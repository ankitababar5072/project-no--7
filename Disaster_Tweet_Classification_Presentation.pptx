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5" r:id="rId6"/>
    <p:sldId id="266" r:id="rId7"/>
    <p:sldId id="267" r:id="rId8"/>
    <p:sldId id="268" r:id="rId9"/>
    <p:sldId id="269" r:id="rId10"/>
    <p:sldId id="260" r:id="rId11"/>
    <p:sldId id="261" r:id="rId12"/>
    <p:sldId id="262" r:id="rId13"/>
    <p:sldId id="263" r:id="rId14"/>
    <p:sldId id="264"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B375F6-FB82-4822-A31A-7AEB34346A67}" type="doc">
      <dgm:prSet loTypeId="urn:microsoft.com/office/officeart/2005/8/layout/process5" loCatId="process" qsTypeId="urn:microsoft.com/office/officeart/2005/8/quickstyle/3d1" qsCatId="3D" csTypeId="urn:microsoft.com/office/officeart/2005/8/colors/accent1_2" csCatId="accent1" phldr="1"/>
      <dgm:spPr/>
      <dgm:t>
        <a:bodyPr/>
        <a:lstStyle/>
        <a:p>
          <a:endParaRPr lang="en-US"/>
        </a:p>
      </dgm:t>
    </dgm:pt>
    <dgm:pt modelId="{818AA48D-2A65-4F4F-8AA9-55F08B7FD06A}">
      <dgm:prSet phldrT="[Text]"/>
      <dgm:spPr/>
      <dgm:t>
        <a:bodyPr/>
        <a:lstStyle/>
        <a:p>
          <a:pPr>
            <a:buNone/>
          </a:pPr>
          <a:r>
            <a:rPr lang="en-US" dirty="0"/>
            <a:t>Tweet</a:t>
          </a:r>
        </a:p>
      </dgm:t>
    </dgm:pt>
    <dgm:pt modelId="{438545EE-7DE9-46E6-AD5B-9A631BF7BD38}" type="parTrans" cxnId="{5323593A-1909-4EB7-9C45-D5E4E04DF9DD}">
      <dgm:prSet/>
      <dgm:spPr/>
      <dgm:t>
        <a:bodyPr/>
        <a:lstStyle/>
        <a:p>
          <a:endParaRPr lang="en-US"/>
        </a:p>
      </dgm:t>
    </dgm:pt>
    <dgm:pt modelId="{B6C4D7F1-A18B-45BF-85E7-B554B24E1785}" type="sibTrans" cxnId="{5323593A-1909-4EB7-9C45-D5E4E04DF9DD}">
      <dgm:prSet/>
      <dgm:spPr/>
      <dgm:t>
        <a:bodyPr/>
        <a:lstStyle/>
        <a:p>
          <a:endParaRPr lang="en-US"/>
        </a:p>
      </dgm:t>
    </dgm:pt>
    <dgm:pt modelId="{A3B8EB8C-9602-4026-A4A0-1AB211F294D0}">
      <dgm:prSet phldrT="[Text]"/>
      <dgm:spPr/>
      <dgm:t>
        <a:bodyPr/>
        <a:lstStyle/>
        <a:p>
          <a:pPr>
            <a:buNone/>
          </a:pPr>
          <a:r>
            <a:rPr lang="en-US" dirty="0"/>
            <a:t>TF-IDF</a:t>
          </a:r>
        </a:p>
      </dgm:t>
    </dgm:pt>
    <dgm:pt modelId="{AEEB423B-5287-4CE2-9DFC-85DE0F6F8B3C}" type="parTrans" cxnId="{38BBEF46-4837-4AFC-9EEB-24E224CA3997}">
      <dgm:prSet/>
      <dgm:spPr/>
      <dgm:t>
        <a:bodyPr/>
        <a:lstStyle/>
        <a:p>
          <a:endParaRPr lang="en-US"/>
        </a:p>
      </dgm:t>
    </dgm:pt>
    <dgm:pt modelId="{4CF3A502-C65E-4882-96B5-CEAFAA7B5D68}" type="sibTrans" cxnId="{38BBEF46-4837-4AFC-9EEB-24E224CA3997}">
      <dgm:prSet/>
      <dgm:spPr/>
      <dgm:t>
        <a:bodyPr/>
        <a:lstStyle/>
        <a:p>
          <a:endParaRPr lang="en-US"/>
        </a:p>
      </dgm:t>
    </dgm:pt>
    <dgm:pt modelId="{D981D51A-B5B1-4E7D-80CE-A0334C9F6F4B}">
      <dgm:prSet phldrT="[Text]"/>
      <dgm:spPr/>
      <dgm:t>
        <a:bodyPr/>
        <a:lstStyle/>
        <a:p>
          <a:pPr>
            <a:buNone/>
          </a:pPr>
          <a:r>
            <a:rPr lang="en-US" dirty="0"/>
            <a:t>Numeric Features</a:t>
          </a:r>
        </a:p>
      </dgm:t>
    </dgm:pt>
    <dgm:pt modelId="{A2ED526D-31DE-405B-B95C-0A6C7C4EE864}" type="parTrans" cxnId="{FAA76CB0-C506-48C4-8CA3-737EE02F2B79}">
      <dgm:prSet/>
      <dgm:spPr/>
      <dgm:t>
        <a:bodyPr/>
        <a:lstStyle/>
        <a:p>
          <a:endParaRPr lang="en-US"/>
        </a:p>
      </dgm:t>
    </dgm:pt>
    <dgm:pt modelId="{D27BFE6C-640A-4097-AAAD-17E6DD171358}" type="sibTrans" cxnId="{FAA76CB0-C506-48C4-8CA3-737EE02F2B79}">
      <dgm:prSet/>
      <dgm:spPr/>
      <dgm:t>
        <a:bodyPr/>
        <a:lstStyle/>
        <a:p>
          <a:endParaRPr lang="en-US"/>
        </a:p>
      </dgm:t>
    </dgm:pt>
    <dgm:pt modelId="{4EAD7C4D-F67F-4F82-B25E-7BF471BF0B27}">
      <dgm:prSet phldrT="[Text]"/>
      <dgm:spPr/>
      <dgm:t>
        <a:bodyPr/>
        <a:lstStyle/>
        <a:p>
          <a:pPr>
            <a:buNone/>
          </a:pPr>
          <a:r>
            <a:rPr lang="en-US" dirty="0"/>
            <a:t>Machine Learning Model</a:t>
          </a:r>
        </a:p>
      </dgm:t>
    </dgm:pt>
    <dgm:pt modelId="{6E3528CB-1985-4864-95AC-91E46DE228C6}" type="parTrans" cxnId="{15FD554D-9BFF-44BA-AA47-92B1C6798ADA}">
      <dgm:prSet/>
      <dgm:spPr/>
      <dgm:t>
        <a:bodyPr/>
        <a:lstStyle/>
        <a:p>
          <a:endParaRPr lang="en-US"/>
        </a:p>
      </dgm:t>
    </dgm:pt>
    <dgm:pt modelId="{C1936D76-7E53-411B-B1E9-2DC6674F8205}" type="sibTrans" cxnId="{15FD554D-9BFF-44BA-AA47-92B1C6798ADA}">
      <dgm:prSet/>
      <dgm:spPr/>
      <dgm:t>
        <a:bodyPr/>
        <a:lstStyle/>
        <a:p>
          <a:endParaRPr lang="en-US"/>
        </a:p>
      </dgm:t>
    </dgm:pt>
    <dgm:pt modelId="{F0CC0A1C-C2C4-472E-BAFD-2EE0C94B7517}" type="pres">
      <dgm:prSet presAssocID="{B4B375F6-FB82-4822-A31A-7AEB34346A67}" presName="diagram" presStyleCnt="0">
        <dgm:presLayoutVars>
          <dgm:dir/>
          <dgm:resizeHandles val="exact"/>
        </dgm:presLayoutVars>
      </dgm:prSet>
      <dgm:spPr/>
    </dgm:pt>
    <dgm:pt modelId="{914C4A31-0F9D-4977-A0E0-4712C702D8BE}" type="pres">
      <dgm:prSet presAssocID="{818AA48D-2A65-4F4F-8AA9-55F08B7FD06A}" presName="node" presStyleLbl="node1" presStyleIdx="0" presStyleCnt="4">
        <dgm:presLayoutVars>
          <dgm:bulletEnabled val="1"/>
        </dgm:presLayoutVars>
      </dgm:prSet>
      <dgm:spPr/>
    </dgm:pt>
    <dgm:pt modelId="{8F38AECD-664A-4485-8BE4-5903C46F6B24}" type="pres">
      <dgm:prSet presAssocID="{B6C4D7F1-A18B-45BF-85E7-B554B24E1785}" presName="sibTrans" presStyleLbl="sibTrans2D1" presStyleIdx="0" presStyleCnt="3"/>
      <dgm:spPr/>
    </dgm:pt>
    <dgm:pt modelId="{5EF13CE4-759F-43B2-8137-3EB860E0CAFC}" type="pres">
      <dgm:prSet presAssocID="{B6C4D7F1-A18B-45BF-85E7-B554B24E1785}" presName="connectorText" presStyleLbl="sibTrans2D1" presStyleIdx="0" presStyleCnt="3"/>
      <dgm:spPr/>
    </dgm:pt>
    <dgm:pt modelId="{FB9B4EF4-AA18-4E9B-8529-4DD131376A7B}" type="pres">
      <dgm:prSet presAssocID="{A3B8EB8C-9602-4026-A4A0-1AB211F294D0}" presName="node" presStyleLbl="node1" presStyleIdx="1" presStyleCnt="4">
        <dgm:presLayoutVars>
          <dgm:bulletEnabled val="1"/>
        </dgm:presLayoutVars>
      </dgm:prSet>
      <dgm:spPr/>
    </dgm:pt>
    <dgm:pt modelId="{BEDCE4D0-C9E0-49C0-8796-38FDF5305DBC}" type="pres">
      <dgm:prSet presAssocID="{4CF3A502-C65E-4882-96B5-CEAFAA7B5D68}" presName="sibTrans" presStyleLbl="sibTrans2D1" presStyleIdx="1" presStyleCnt="3"/>
      <dgm:spPr/>
    </dgm:pt>
    <dgm:pt modelId="{71CEA26F-B969-45C2-8186-3A7D82CA8FF6}" type="pres">
      <dgm:prSet presAssocID="{4CF3A502-C65E-4882-96B5-CEAFAA7B5D68}" presName="connectorText" presStyleLbl="sibTrans2D1" presStyleIdx="1" presStyleCnt="3"/>
      <dgm:spPr/>
    </dgm:pt>
    <dgm:pt modelId="{5517BC58-077C-4615-A2C2-28A38E8B0449}" type="pres">
      <dgm:prSet presAssocID="{D981D51A-B5B1-4E7D-80CE-A0334C9F6F4B}" presName="node" presStyleLbl="node1" presStyleIdx="2" presStyleCnt="4">
        <dgm:presLayoutVars>
          <dgm:bulletEnabled val="1"/>
        </dgm:presLayoutVars>
      </dgm:prSet>
      <dgm:spPr/>
    </dgm:pt>
    <dgm:pt modelId="{F789F3A9-0E63-4E02-8A83-1B12AF383748}" type="pres">
      <dgm:prSet presAssocID="{D27BFE6C-640A-4097-AAAD-17E6DD171358}" presName="sibTrans" presStyleLbl="sibTrans2D1" presStyleIdx="2" presStyleCnt="3"/>
      <dgm:spPr/>
    </dgm:pt>
    <dgm:pt modelId="{8C956B36-6892-469D-8542-68556DC44B84}" type="pres">
      <dgm:prSet presAssocID="{D27BFE6C-640A-4097-AAAD-17E6DD171358}" presName="connectorText" presStyleLbl="sibTrans2D1" presStyleIdx="2" presStyleCnt="3"/>
      <dgm:spPr/>
    </dgm:pt>
    <dgm:pt modelId="{CC754047-F68D-4DBB-B629-8145B6F4362D}" type="pres">
      <dgm:prSet presAssocID="{4EAD7C4D-F67F-4F82-B25E-7BF471BF0B27}" presName="node" presStyleLbl="node1" presStyleIdx="3" presStyleCnt="4">
        <dgm:presLayoutVars>
          <dgm:bulletEnabled val="1"/>
        </dgm:presLayoutVars>
      </dgm:prSet>
      <dgm:spPr/>
    </dgm:pt>
  </dgm:ptLst>
  <dgm:cxnLst>
    <dgm:cxn modelId="{FB7F9F2C-9A53-446A-9A20-73243DD782FC}" type="presOf" srcId="{818AA48D-2A65-4F4F-8AA9-55F08B7FD06A}" destId="{914C4A31-0F9D-4977-A0E0-4712C702D8BE}" srcOrd="0" destOrd="0" presId="urn:microsoft.com/office/officeart/2005/8/layout/process5"/>
    <dgm:cxn modelId="{0AC09234-B481-4BB6-86AD-B00752DE11CF}" type="presOf" srcId="{D27BFE6C-640A-4097-AAAD-17E6DD171358}" destId="{F789F3A9-0E63-4E02-8A83-1B12AF383748}" srcOrd="0" destOrd="0" presId="urn:microsoft.com/office/officeart/2005/8/layout/process5"/>
    <dgm:cxn modelId="{5323593A-1909-4EB7-9C45-D5E4E04DF9DD}" srcId="{B4B375F6-FB82-4822-A31A-7AEB34346A67}" destId="{818AA48D-2A65-4F4F-8AA9-55F08B7FD06A}" srcOrd="0" destOrd="0" parTransId="{438545EE-7DE9-46E6-AD5B-9A631BF7BD38}" sibTransId="{B6C4D7F1-A18B-45BF-85E7-B554B24E1785}"/>
    <dgm:cxn modelId="{55F96C5B-60A4-4B98-AFA2-6E125EC27038}" type="presOf" srcId="{B6C4D7F1-A18B-45BF-85E7-B554B24E1785}" destId="{5EF13CE4-759F-43B2-8137-3EB860E0CAFC}" srcOrd="1" destOrd="0" presId="urn:microsoft.com/office/officeart/2005/8/layout/process5"/>
    <dgm:cxn modelId="{6FB2F25D-53DF-45D8-9E27-7CA253DB7842}" type="presOf" srcId="{4CF3A502-C65E-4882-96B5-CEAFAA7B5D68}" destId="{BEDCE4D0-C9E0-49C0-8796-38FDF5305DBC}" srcOrd="0" destOrd="0" presId="urn:microsoft.com/office/officeart/2005/8/layout/process5"/>
    <dgm:cxn modelId="{38BBEF46-4837-4AFC-9EEB-24E224CA3997}" srcId="{B4B375F6-FB82-4822-A31A-7AEB34346A67}" destId="{A3B8EB8C-9602-4026-A4A0-1AB211F294D0}" srcOrd="1" destOrd="0" parTransId="{AEEB423B-5287-4CE2-9DFC-85DE0F6F8B3C}" sibTransId="{4CF3A502-C65E-4882-96B5-CEAFAA7B5D68}"/>
    <dgm:cxn modelId="{15FD554D-9BFF-44BA-AA47-92B1C6798ADA}" srcId="{B4B375F6-FB82-4822-A31A-7AEB34346A67}" destId="{4EAD7C4D-F67F-4F82-B25E-7BF471BF0B27}" srcOrd="3" destOrd="0" parTransId="{6E3528CB-1985-4864-95AC-91E46DE228C6}" sibTransId="{C1936D76-7E53-411B-B1E9-2DC6674F8205}"/>
    <dgm:cxn modelId="{A34D774D-C183-429A-991C-F740CE21E348}" type="presOf" srcId="{D27BFE6C-640A-4097-AAAD-17E6DD171358}" destId="{8C956B36-6892-469D-8542-68556DC44B84}" srcOrd="1" destOrd="0" presId="urn:microsoft.com/office/officeart/2005/8/layout/process5"/>
    <dgm:cxn modelId="{C001E572-778C-430F-A4F9-EE73E6AD6E86}" type="presOf" srcId="{D981D51A-B5B1-4E7D-80CE-A0334C9F6F4B}" destId="{5517BC58-077C-4615-A2C2-28A38E8B0449}" srcOrd="0" destOrd="0" presId="urn:microsoft.com/office/officeart/2005/8/layout/process5"/>
    <dgm:cxn modelId="{4F43DD5A-D4EB-4554-946F-682FDDE343E8}" type="presOf" srcId="{4CF3A502-C65E-4882-96B5-CEAFAA7B5D68}" destId="{71CEA26F-B969-45C2-8186-3A7D82CA8FF6}" srcOrd="1" destOrd="0" presId="urn:microsoft.com/office/officeart/2005/8/layout/process5"/>
    <dgm:cxn modelId="{FAA76CB0-C506-48C4-8CA3-737EE02F2B79}" srcId="{B4B375F6-FB82-4822-A31A-7AEB34346A67}" destId="{D981D51A-B5B1-4E7D-80CE-A0334C9F6F4B}" srcOrd="2" destOrd="0" parTransId="{A2ED526D-31DE-405B-B95C-0A6C7C4EE864}" sibTransId="{D27BFE6C-640A-4097-AAAD-17E6DD171358}"/>
    <dgm:cxn modelId="{4B27ADBE-C28C-43E1-BF9A-9CB4A2612C03}" type="presOf" srcId="{A3B8EB8C-9602-4026-A4A0-1AB211F294D0}" destId="{FB9B4EF4-AA18-4E9B-8529-4DD131376A7B}" srcOrd="0" destOrd="0" presId="urn:microsoft.com/office/officeart/2005/8/layout/process5"/>
    <dgm:cxn modelId="{7B17BAC2-E67F-4AAC-A378-BA598DA93629}" type="presOf" srcId="{B4B375F6-FB82-4822-A31A-7AEB34346A67}" destId="{F0CC0A1C-C2C4-472E-BAFD-2EE0C94B7517}" srcOrd="0" destOrd="0" presId="urn:microsoft.com/office/officeart/2005/8/layout/process5"/>
    <dgm:cxn modelId="{424692E4-A541-4D53-B0DA-E2B152C53841}" type="presOf" srcId="{B6C4D7F1-A18B-45BF-85E7-B554B24E1785}" destId="{8F38AECD-664A-4485-8BE4-5903C46F6B24}" srcOrd="0" destOrd="0" presId="urn:microsoft.com/office/officeart/2005/8/layout/process5"/>
    <dgm:cxn modelId="{F7ACDEED-B7F8-480B-ACE1-D2D54C9F1B95}" type="presOf" srcId="{4EAD7C4D-F67F-4F82-B25E-7BF471BF0B27}" destId="{CC754047-F68D-4DBB-B629-8145B6F4362D}" srcOrd="0" destOrd="0" presId="urn:microsoft.com/office/officeart/2005/8/layout/process5"/>
    <dgm:cxn modelId="{BBBA0F01-A45A-4BC2-AA27-6D7B270C8FA8}" type="presParOf" srcId="{F0CC0A1C-C2C4-472E-BAFD-2EE0C94B7517}" destId="{914C4A31-0F9D-4977-A0E0-4712C702D8BE}" srcOrd="0" destOrd="0" presId="urn:microsoft.com/office/officeart/2005/8/layout/process5"/>
    <dgm:cxn modelId="{9E6120F0-71F3-43AF-A7E8-24470006DC28}" type="presParOf" srcId="{F0CC0A1C-C2C4-472E-BAFD-2EE0C94B7517}" destId="{8F38AECD-664A-4485-8BE4-5903C46F6B24}" srcOrd="1" destOrd="0" presId="urn:microsoft.com/office/officeart/2005/8/layout/process5"/>
    <dgm:cxn modelId="{F131B1DC-C72B-4EBA-8056-BA6F275BB12D}" type="presParOf" srcId="{8F38AECD-664A-4485-8BE4-5903C46F6B24}" destId="{5EF13CE4-759F-43B2-8137-3EB860E0CAFC}" srcOrd="0" destOrd="0" presId="urn:microsoft.com/office/officeart/2005/8/layout/process5"/>
    <dgm:cxn modelId="{B92DC558-5A39-4529-B280-AE15A81572BB}" type="presParOf" srcId="{F0CC0A1C-C2C4-472E-BAFD-2EE0C94B7517}" destId="{FB9B4EF4-AA18-4E9B-8529-4DD131376A7B}" srcOrd="2" destOrd="0" presId="urn:microsoft.com/office/officeart/2005/8/layout/process5"/>
    <dgm:cxn modelId="{72F84E4C-4984-4F12-AA8F-769953B90209}" type="presParOf" srcId="{F0CC0A1C-C2C4-472E-BAFD-2EE0C94B7517}" destId="{BEDCE4D0-C9E0-49C0-8796-38FDF5305DBC}" srcOrd="3" destOrd="0" presId="urn:microsoft.com/office/officeart/2005/8/layout/process5"/>
    <dgm:cxn modelId="{4879495D-F647-4508-BA3F-8C6FE931BC12}" type="presParOf" srcId="{BEDCE4D0-C9E0-49C0-8796-38FDF5305DBC}" destId="{71CEA26F-B969-45C2-8186-3A7D82CA8FF6}" srcOrd="0" destOrd="0" presId="urn:microsoft.com/office/officeart/2005/8/layout/process5"/>
    <dgm:cxn modelId="{330417DF-9EED-425C-8F01-686A4DFB6144}" type="presParOf" srcId="{F0CC0A1C-C2C4-472E-BAFD-2EE0C94B7517}" destId="{5517BC58-077C-4615-A2C2-28A38E8B0449}" srcOrd="4" destOrd="0" presId="urn:microsoft.com/office/officeart/2005/8/layout/process5"/>
    <dgm:cxn modelId="{C37EF9E7-2983-4A94-8D74-8023A7F10E50}" type="presParOf" srcId="{F0CC0A1C-C2C4-472E-BAFD-2EE0C94B7517}" destId="{F789F3A9-0E63-4E02-8A83-1B12AF383748}" srcOrd="5" destOrd="0" presId="urn:microsoft.com/office/officeart/2005/8/layout/process5"/>
    <dgm:cxn modelId="{FF974374-C9F8-4DF2-82DD-F5025ECA0AE5}" type="presParOf" srcId="{F789F3A9-0E63-4E02-8A83-1B12AF383748}" destId="{8C956B36-6892-469D-8542-68556DC44B84}" srcOrd="0" destOrd="0" presId="urn:microsoft.com/office/officeart/2005/8/layout/process5"/>
    <dgm:cxn modelId="{C7A95D74-00E5-44B2-A7FF-59D56C94E93C}" type="presParOf" srcId="{F0CC0A1C-C2C4-472E-BAFD-2EE0C94B7517}" destId="{CC754047-F68D-4DBB-B629-8145B6F4362D}"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E7B3044C-10A4-4213-BA4C-2F25FC13B633}" type="doc">
      <dgm:prSet loTypeId="urn:microsoft.com/office/officeart/2005/8/layout/process1" loCatId="process" qsTypeId="urn:microsoft.com/office/officeart/2005/8/quickstyle/simple4" qsCatId="simple" csTypeId="urn:microsoft.com/office/officeart/2005/8/colors/accent1_2" csCatId="accent1" phldr="1"/>
      <dgm:spPr/>
      <dgm:t>
        <a:bodyPr/>
        <a:lstStyle/>
        <a:p>
          <a:endParaRPr lang="en-US"/>
        </a:p>
      </dgm:t>
    </dgm:pt>
    <dgm:pt modelId="{9B3BEE33-E8C4-487B-86D6-13DCD5EBAF10}">
      <dgm:prSet phldrT="[Text]"/>
      <dgm:spPr/>
      <dgm:t>
        <a:bodyPr/>
        <a:lstStyle/>
        <a:p>
          <a:pPr>
            <a:buNone/>
          </a:pPr>
          <a:r>
            <a:rPr lang="en-US" dirty="0"/>
            <a:t>User</a:t>
          </a:r>
        </a:p>
      </dgm:t>
    </dgm:pt>
    <dgm:pt modelId="{8255D96F-0684-4F7D-9699-2013CC5D2298}" type="parTrans" cxnId="{99EE86A6-8732-4AAA-9FE3-1DFA91C976A4}">
      <dgm:prSet/>
      <dgm:spPr/>
      <dgm:t>
        <a:bodyPr/>
        <a:lstStyle/>
        <a:p>
          <a:endParaRPr lang="en-US"/>
        </a:p>
      </dgm:t>
    </dgm:pt>
    <dgm:pt modelId="{DB0D4C51-5BA7-42B5-AB51-CC3371C7DABA}" type="sibTrans" cxnId="{99EE86A6-8732-4AAA-9FE3-1DFA91C976A4}">
      <dgm:prSet/>
      <dgm:spPr/>
      <dgm:t>
        <a:bodyPr/>
        <a:lstStyle/>
        <a:p>
          <a:endParaRPr lang="en-US"/>
        </a:p>
      </dgm:t>
    </dgm:pt>
    <dgm:pt modelId="{D2A50A5F-6120-4036-851D-773FA30A83BB}">
      <dgm:prSet phldrT="[Text]"/>
      <dgm:spPr/>
      <dgm:t>
        <a:bodyPr/>
        <a:lstStyle/>
        <a:p>
          <a:pPr>
            <a:buNone/>
          </a:pPr>
          <a:r>
            <a:rPr lang="en-US" dirty="0"/>
            <a:t>Browser </a:t>
          </a:r>
        </a:p>
      </dgm:t>
    </dgm:pt>
    <dgm:pt modelId="{14F3413D-59B2-46DC-A3D4-63740DB21FC2}" type="parTrans" cxnId="{7FD2C855-F3DA-4101-8E98-0D40F93E2DD4}">
      <dgm:prSet/>
      <dgm:spPr/>
      <dgm:t>
        <a:bodyPr/>
        <a:lstStyle/>
        <a:p>
          <a:endParaRPr lang="en-US"/>
        </a:p>
      </dgm:t>
    </dgm:pt>
    <dgm:pt modelId="{77EE7CE7-1DB4-4093-A729-967678B155A1}" type="sibTrans" cxnId="{7FD2C855-F3DA-4101-8E98-0D40F93E2DD4}">
      <dgm:prSet/>
      <dgm:spPr/>
      <dgm:t>
        <a:bodyPr/>
        <a:lstStyle/>
        <a:p>
          <a:endParaRPr lang="en-US"/>
        </a:p>
      </dgm:t>
    </dgm:pt>
    <dgm:pt modelId="{75F5DCCA-C28E-4A74-A40F-B00D1674C1F4}">
      <dgm:prSet phldrT="[Text]"/>
      <dgm:spPr/>
      <dgm:t>
        <a:bodyPr/>
        <a:lstStyle/>
        <a:p>
          <a:pPr>
            <a:buNone/>
          </a:pPr>
          <a:r>
            <a:rPr lang="en-US" dirty="0"/>
            <a:t>Flask </a:t>
          </a:r>
        </a:p>
      </dgm:t>
    </dgm:pt>
    <dgm:pt modelId="{D4E0CC35-520D-431D-80B2-450B70223EEA}" type="parTrans" cxnId="{EF523D8E-1FA5-46EB-9042-14CE51838906}">
      <dgm:prSet/>
      <dgm:spPr/>
      <dgm:t>
        <a:bodyPr/>
        <a:lstStyle/>
        <a:p>
          <a:endParaRPr lang="en-US"/>
        </a:p>
      </dgm:t>
    </dgm:pt>
    <dgm:pt modelId="{FA20A70B-5F00-4F8F-817D-5546F1464F6A}" type="sibTrans" cxnId="{EF523D8E-1FA5-46EB-9042-14CE51838906}">
      <dgm:prSet/>
      <dgm:spPr/>
      <dgm:t>
        <a:bodyPr/>
        <a:lstStyle/>
        <a:p>
          <a:endParaRPr lang="en-US"/>
        </a:p>
      </dgm:t>
    </dgm:pt>
    <dgm:pt modelId="{5824B99C-752E-42EA-8003-02FA55F9010F}">
      <dgm:prSet/>
      <dgm:spPr/>
      <dgm:t>
        <a:bodyPr/>
        <a:lstStyle/>
        <a:p>
          <a:pPr>
            <a:buNone/>
          </a:pPr>
          <a:r>
            <a:rPr lang="en-US" dirty="0"/>
            <a:t>Model.pkl </a:t>
          </a:r>
        </a:p>
      </dgm:t>
    </dgm:pt>
    <dgm:pt modelId="{775EA4CF-E956-45B3-B430-ECADC688AFCC}" type="parTrans" cxnId="{D728316E-0AAD-4790-813B-2F352A109951}">
      <dgm:prSet/>
      <dgm:spPr/>
      <dgm:t>
        <a:bodyPr/>
        <a:lstStyle/>
        <a:p>
          <a:endParaRPr lang="en-US"/>
        </a:p>
      </dgm:t>
    </dgm:pt>
    <dgm:pt modelId="{90AECA86-B6CC-45FE-8496-F3E419598FFC}" type="sibTrans" cxnId="{D728316E-0AAD-4790-813B-2F352A109951}">
      <dgm:prSet/>
      <dgm:spPr/>
      <dgm:t>
        <a:bodyPr/>
        <a:lstStyle/>
        <a:p>
          <a:endParaRPr lang="en-US"/>
        </a:p>
      </dgm:t>
    </dgm:pt>
    <dgm:pt modelId="{56CD098F-82FB-480C-9E8D-F61FA610653A}">
      <dgm:prSet/>
      <dgm:spPr/>
      <dgm:t>
        <a:bodyPr/>
        <a:lstStyle/>
        <a:p>
          <a:pPr>
            <a:buNone/>
          </a:pPr>
          <a:r>
            <a:rPr lang="en-US"/>
            <a:t>Prediction </a:t>
          </a:r>
        </a:p>
      </dgm:t>
    </dgm:pt>
    <dgm:pt modelId="{F20CD370-AE0E-4E88-8E72-3E4C9100BC78}" type="parTrans" cxnId="{60BC02A6-6157-49B8-A2C9-AF0AC7015670}">
      <dgm:prSet/>
      <dgm:spPr/>
      <dgm:t>
        <a:bodyPr/>
        <a:lstStyle/>
        <a:p>
          <a:endParaRPr lang="en-US"/>
        </a:p>
      </dgm:t>
    </dgm:pt>
    <dgm:pt modelId="{73B37E56-F5E8-4813-AD28-824C9515E192}" type="sibTrans" cxnId="{60BC02A6-6157-49B8-A2C9-AF0AC7015670}">
      <dgm:prSet/>
      <dgm:spPr/>
      <dgm:t>
        <a:bodyPr/>
        <a:lstStyle/>
        <a:p>
          <a:endParaRPr lang="en-US"/>
        </a:p>
      </dgm:t>
    </dgm:pt>
    <dgm:pt modelId="{DE7E3B8E-529F-4CD3-8C56-92816CD2C1E7}">
      <dgm:prSet/>
      <dgm:spPr/>
      <dgm:t>
        <a:bodyPr/>
        <a:lstStyle/>
        <a:p>
          <a:pPr>
            <a:buNone/>
          </a:pPr>
          <a:r>
            <a:rPr lang="en-US"/>
            <a:t>Result</a:t>
          </a:r>
        </a:p>
      </dgm:t>
    </dgm:pt>
    <dgm:pt modelId="{AD14F882-61D0-4038-87EA-0EB77A460465}" type="parTrans" cxnId="{AD4C89C6-B03A-4E80-A785-07AA8A4B5C8C}">
      <dgm:prSet/>
      <dgm:spPr/>
      <dgm:t>
        <a:bodyPr/>
        <a:lstStyle/>
        <a:p>
          <a:endParaRPr lang="en-US"/>
        </a:p>
      </dgm:t>
    </dgm:pt>
    <dgm:pt modelId="{E362E78C-9A23-4605-A376-546FDCC25329}" type="sibTrans" cxnId="{AD4C89C6-B03A-4E80-A785-07AA8A4B5C8C}">
      <dgm:prSet/>
      <dgm:spPr/>
      <dgm:t>
        <a:bodyPr/>
        <a:lstStyle/>
        <a:p>
          <a:endParaRPr lang="en-US"/>
        </a:p>
      </dgm:t>
    </dgm:pt>
    <dgm:pt modelId="{D5B9AB3D-0472-4453-8642-4412DCED75AB}" type="pres">
      <dgm:prSet presAssocID="{E7B3044C-10A4-4213-BA4C-2F25FC13B633}" presName="Name0" presStyleCnt="0">
        <dgm:presLayoutVars>
          <dgm:dir/>
          <dgm:resizeHandles val="exact"/>
        </dgm:presLayoutVars>
      </dgm:prSet>
      <dgm:spPr/>
    </dgm:pt>
    <dgm:pt modelId="{574E7F43-F513-4AB0-802E-0B8DBB575CA6}" type="pres">
      <dgm:prSet presAssocID="{9B3BEE33-E8C4-487B-86D6-13DCD5EBAF10}" presName="node" presStyleLbl="node1" presStyleIdx="0" presStyleCnt="6">
        <dgm:presLayoutVars>
          <dgm:bulletEnabled val="1"/>
        </dgm:presLayoutVars>
      </dgm:prSet>
      <dgm:spPr/>
    </dgm:pt>
    <dgm:pt modelId="{093CC7AF-A09B-470E-9464-53149FE9FE3C}" type="pres">
      <dgm:prSet presAssocID="{DB0D4C51-5BA7-42B5-AB51-CC3371C7DABA}" presName="sibTrans" presStyleLbl="sibTrans2D1" presStyleIdx="0" presStyleCnt="5"/>
      <dgm:spPr/>
    </dgm:pt>
    <dgm:pt modelId="{ABE2CB41-14CB-402D-961A-E9B9617B70D9}" type="pres">
      <dgm:prSet presAssocID="{DB0D4C51-5BA7-42B5-AB51-CC3371C7DABA}" presName="connectorText" presStyleLbl="sibTrans2D1" presStyleIdx="0" presStyleCnt="5"/>
      <dgm:spPr/>
    </dgm:pt>
    <dgm:pt modelId="{811B9EE2-F282-4962-BF3F-9FFD7EDE6AD9}" type="pres">
      <dgm:prSet presAssocID="{D2A50A5F-6120-4036-851D-773FA30A83BB}" presName="node" presStyleLbl="node1" presStyleIdx="1" presStyleCnt="6">
        <dgm:presLayoutVars>
          <dgm:bulletEnabled val="1"/>
        </dgm:presLayoutVars>
      </dgm:prSet>
      <dgm:spPr/>
    </dgm:pt>
    <dgm:pt modelId="{F3A4510D-B676-44C7-9B4D-F508AC8C450B}" type="pres">
      <dgm:prSet presAssocID="{77EE7CE7-1DB4-4093-A729-967678B155A1}" presName="sibTrans" presStyleLbl="sibTrans2D1" presStyleIdx="1" presStyleCnt="5"/>
      <dgm:spPr/>
    </dgm:pt>
    <dgm:pt modelId="{4ABC2CC1-A892-4BA4-BF5B-3C785B0D41E4}" type="pres">
      <dgm:prSet presAssocID="{77EE7CE7-1DB4-4093-A729-967678B155A1}" presName="connectorText" presStyleLbl="sibTrans2D1" presStyleIdx="1" presStyleCnt="5"/>
      <dgm:spPr/>
    </dgm:pt>
    <dgm:pt modelId="{D5204D35-EBF7-4D5C-A882-0A3A01148A84}" type="pres">
      <dgm:prSet presAssocID="{75F5DCCA-C28E-4A74-A40F-B00D1674C1F4}" presName="node" presStyleLbl="node1" presStyleIdx="2" presStyleCnt="6">
        <dgm:presLayoutVars>
          <dgm:bulletEnabled val="1"/>
        </dgm:presLayoutVars>
      </dgm:prSet>
      <dgm:spPr/>
    </dgm:pt>
    <dgm:pt modelId="{7E2C5387-C31F-469B-9119-2F2ADACE743C}" type="pres">
      <dgm:prSet presAssocID="{FA20A70B-5F00-4F8F-817D-5546F1464F6A}" presName="sibTrans" presStyleLbl="sibTrans2D1" presStyleIdx="2" presStyleCnt="5"/>
      <dgm:spPr/>
    </dgm:pt>
    <dgm:pt modelId="{0C593BBE-87C1-490A-AB30-10D787D71E30}" type="pres">
      <dgm:prSet presAssocID="{FA20A70B-5F00-4F8F-817D-5546F1464F6A}" presName="connectorText" presStyleLbl="sibTrans2D1" presStyleIdx="2" presStyleCnt="5"/>
      <dgm:spPr/>
    </dgm:pt>
    <dgm:pt modelId="{ACAF8A61-C7F0-4959-BA8F-AF92FFC1F287}" type="pres">
      <dgm:prSet presAssocID="{5824B99C-752E-42EA-8003-02FA55F9010F}" presName="node" presStyleLbl="node1" presStyleIdx="3" presStyleCnt="6">
        <dgm:presLayoutVars>
          <dgm:bulletEnabled val="1"/>
        </dgm:presLayoutVars>
      </dgm:prSet>
      <dgm:spPr/>
    </dgm:pt>
    <dgm:pt modelId="{03F7BC73-A744-468E-BB26-407C607F544E}" type="pres">
      <dgm:prSet presAssocID="{90AECA86-B6CC-45FE-8496-F3E419598FFC}" presName="sibTrans" presStyleLbl="sibTrans2D1" presStyleIdx="3" presStyleCnt="5"/>
      <dgm:spPr/>
    </dgm:pt>
    <dgm:pt modelId="{02377D0B-E534-4FF2-B220-C9EDCC967CAA}" type="pres">
      <dgm:prSet presAssocID="{90AECA86-B6CC-45FE-8496-F3E419598FFC}" presName="connectorText" presStyleLbl="sibTrans2D1" presStyleIdx="3" presStyleCnt="5"/>
      <dgm:spPr/>
    </dgm:pt>
    <dgm:pt modelId="{4BCAF86B-069F-41D4-AB0C-7F597C431DAB}" type="pres">
      <dgm:prSet presAssocID="{56CD098F-82FB-480C-9E8D-F61FA610653A}" presName="node" presStyleLbl="node1" presStyleIdx="4" presStyleCnt="6">
        <dgm:presLayoutVars>
          <dgm:bulletEnabled val="1"/>
        </dgm:presLayoutVars>
      </dgm:prSet>
      <dgm:spPr/>
    </dgm:pt>
    <dgm:pt modelId="{C201A54E-E7A7-42DB-8865-90A5035AA657}" type="pres">
      <dgm:prSet presAssocID="{73B37E56-F5E8-4813-AD28-824C9515E192}" presName="sibTrans" presStyleLbl="sibTrans2D1" presStyleIdx="4" presStyleCnt="5"/>
      <dgm:spPr/>
    </dgm:pt>
    <dgm:pt modelId="{78F06954-6C08-4005-BB0F-E4AB8F3F6ED7}" type="pres">
      <dgm:prSet presAssocID="{73B37E56-F5E8-4813-AD28-824C9515E192}" presName="connectorText" presStyleLbl="sibTrans2D1" presStyleIdx="4" presStyleCnt="5"/>
      <dgm:spPr/>
    </dgm:pt>
    <dgm:pt modelId="{0F751A3E-7C14-4793-BA81-CFAB6B88F5D7}" type="pres">
      <dgm:prSet presAssocID="{DE7E3B8E-529F-4CD3-8C56-92816CD2C1E7}" presName="node" presStyleLbl="node1" presStyleIdx="5" presStyleCnt="6">
        <dgm:presLayoutVars>
          <dgm:bulletEnabled val="1"/>
        </dgm:presLayoutVars>
      </dgm:prSet>
      <dgm:spPr/>
    </dgm:pt>
  </dgm:ptLst>
  <dgm:cxnLst>
    <dgm:cxn modelId="{F4B5CC09-BBFE-4554-BF64-F9C8A5727462}" type="presOf" srcId="{90AECA86-B6CC-45FE-8496-F3E419598FFC}" destId="{02377D0B-E534-4FF2-B220-C9EDCC967CAA}" srcOrd="1" destOrd="0" presId="urn:microsoft.com/office/officeart/2005/8/layout/process1"/>
    <dgm:cxn modelId="{B3D00811-2AC5-4057-82B0-AE0CE3C9445E}" type="presOf" srcId="{D2A50A5F-6120-4036-851D-773FA30A83BB}" destId="{811B9EE2-F282-4962-BF3F-9FFD7EDE6AD9}" srcOrd="0" destOrd="0" presId="urn:microsoft.com/office/officeart/2005/8/layout/process1"/>
    <dgm:cxn modelId="{F0803C5F-8146-47CF-B853-FB955EAD946C}" type="presOf" srcId="{DE7E3B8E-529F-4CD3-8C56-92816CD2C1E7}" destId="{0F751A3E-7C14-4793-BA81-CFAB6B88F5D7}" srcOrd="0" destOrd="0" presId="urn:microsoft.com/office/officeart/2005/8/layout/process1"/>
    <dgm:cxn modelId="{8CEA184B-46EF-4DF4-832F-426C04E5F02D}" type="presOf" srcId="{9B3BEE33-E8C4-487B-86D6-13DCD5EBAF10}" destId="{574E7F43-F513-4AB0-802E-0B8DBB575CA6}" srcOrd="0" destOrd="0" presId="urn:microsoft.com/office/officeart/2005/8/layout/process1"/>
    <dgm:cxn modelId="{D728316E-0AAD-4790-813B-2F352A109951}" srcId="{E7B3044C-10A4-4213-BA4C-2F25FC13B633}" destId="{5824B99C-752E-42EA-8003-02FA55F9010F}" srcOrd="3" destOrd="0" parTransId="{775EA4CF-E956-45B3-B430-ECADC688AFCC}" sibTransId="{90AECA86-B6CC-45FE-8496-F3E419598FFC}"/>
    <dgm:cxn modelId="{04DDB071-D101-40D9-B157-91D60F5C20AB}" type="presOf" srcId="{56CD098F-82FB-480C-9E8D-F61FA610653A}" destId="{4BCAF86B-069F-41D4-AB0C-7F597C431DAB}" srcOrd="0" destOrd="0" presId="urn:microsoft.com/office/officeart/2005/8/layout/process1"/>
    <dgm:cxn modelId="{7FD2C855-F3DA-4101-8E98-0D40F93E2DD4}" srcId="{E7B3044C-10A4-4213-BA4C-2F25FC13B633}" destId="{D2A50A5F-6120-4036-851D-773FA30A83BB}" srcOrd="1" destOrd="0" parTransId="{14F3413D-59B2-46DC-A3D4-63740DB21FC2}" sibTransId="{77EE7CE7-1DB4-4093-A729-967678B155A1}"/>
    <dgm:cxn modelId="{CFFF807E-B4A2-4CB4-A404-9CCA3C0B36BE}" type="presOf" srcId="{5824B99C-752E-42EA-8003-02FA55F9010F}" destId="{ACAF8A61-C7F0-4959-BA8F-AF92FFC1F287}" srcOrd="0" destOrd="0" presId="urn:microsoft.com/office/officeart/2005/8/layout/process1"/>
    <dgm:cxn modelId="{EF523D8E-1FA5-46EB-9042-14CE51838906}" srcId="{E7B3044C-10A4-4213-BA4C-2F25FC13B633}" destId="{75F5DCCA-C28E-4A74-A40F-B00D1674C1F4}" srcOrd="2" destOrd="0" parTransId="{D4E0CC35-520D-431D-80B2-450B70223EEA}" sibTransId="{FA20A70B-5F00-4F8F-817D-5546F1464F6A}"/>
    <dgm:cxn modelId="{21D91F9F-FB4E-4578-8CB1-81696B19D82D}" type="presOf" srcId="{73B37E56-F5E8-4813-AD28-824C9515E192}" destId="{C201A54E-E7A7-42DB-8865-90A5035AA657}" srcOrd="0" destOrd="0" presId="urn:microsoft.com/office/officeart/2005/8/layout/process1"/>
    <dgm:cxn modelId="{C0381FA1-47DF-43DE-8B5F-FFE29797611A}" type="presOf" srcId="{90AECA86-B6CC-45FE-8496-F3E419598FFC}" destId="{03F7BC73-A744-468E-BB26-407C607F544E}" srcOrd="0" destOrd="0" presId="urn:microsoft.com/office/officeart/2005/8/layout/process1"/>
    <dgm:cxn modelId="{60BC02A6-6157-49B8-A2C9-AF0AC7015670}" srcId="{E7B3044C-10A4-4213-BA4C-2F25FC13B633}" destId="{56CD098F-82FB-480C-9E8D-F61FA610653A}" srcOrd="4" destOrd="0" parTransId="{F20CD370-AE0E-4E88-8E72-3E4C9100BC78}" sibTransId="{73B37E56-F5E8-4813-AD28-824C9515E192}"/>
    <dgm:cxn modelId="{99EE86A6-8732-4AAA-9FE3-1DFA91C976A4}" srcId="{E7B3044C-10A4-4213-BA4C-2F25FC13B633}" destId="{9B3BEE33-E8C4-487B-86D6-13DCD5EBAF10}" srcOrd="0" destOrd="0" parTransId="{8255D96F-0684-4F7D-9699-2013CC5D2298}" sibTransId="{DB0D4C51-5BA7-42B5-AB51-CC3371C7DABA}"/>
    <dgm:cxn modelId="{8843A6AC-E1FB-4D4B-9A33-B8BFD260E607}" type="presOf" srcId="{DB0D4C51-5BA7-42B5-AB51-CC3371C7DABA}" destId="{ABE2CB41-14CB-402D-961A-E9B9617B70D9}" srcOrd="1" destOrd="0" presId="urn:microsoft.com/office/officeart/2005/8/layout/process1"/>
    <dgm:cxn modelId="{FB0735B4-B9F3-47C2-843F-45A6F3DC23F5}" type="presOf" srcId="{E7B3044C-10A4-4213-BA4C-2F25FC13B633}" destId="{D5B9AB3D-0472-4453-8642-4412DCED75AB}" srcOrd="0" destOrd="0" presId="urn:microsoft.com/office/officeart/2005/8/layout/process1"/>
    <dgm:cxn modelId="{D1CC71C3-956D-4A3A-A150-CE6CA854A964}" type="presOf" srcId="{DB0D4C51-5BA7-42B5-AB51-CC3371C7DABA}" destId="{093CC7AF-A09B-470E-9464-53149FE9FE3C}" srcOrd="0" destOrd="0" presId="urn:microsoft.com/office/officeart/2005/8/layout/process1"/>
    <dgm:cxn modelId="{AD4C89C6-B03A-4E80-A785-07AA8A4B5C8C}" srcId="{E7B3044C-10A4-4213-BA4C-2F25FC13B633}" destId="{DE7E3B8E-529F-4CD3-8C56-92816CD2C1E7}" srcOrd="5" destOrd="0" parTransId="{AD14F882-61D0-4038-87EA-0EB77A460465}" sibTransId="{E362E78C-9A23-4605-A376-546FDCC25329}"/>
    <dgm:cxn modelId="{1EF3ACDF-DF64-43E9-9D33-1A67750DE2C6}" type="presOf" srcId="{FA20A70B-5F00-4F8F-817D-5546F1464F6A}" destId="{7E2C5387-C31F-469B-9119-2F2ADACE743C}" srcOrd="0" destOrd="0" presId="urn:microsoft.com/office/officeart/2005/8/layout/process1"/>
    <dgm:cxn modelId="{67DDB1E6-9D11-45B2-8F87-26D2528B25BE}" type="presOf" srcId="{73B37E56-F5E8-4813-AD28-824C9515E192}" destId="{78F06954-6C08-4005-BB0F-E4AB8F3F6ED7}" srcOrd="1" destOrd="0" presId="urn:microsoft.com/office/officeart/2005/8/layout/process1"/>
    <dgm:cxn modelId="{13B9B8E8-1CBA-4392-A4FA-48E995BC37D3}" type="presOf" srcId="{FA20A70B-5F00-4F8F-817D-5546F1464F6A}" destId="{0C593BBE-87C1-490A-AB30-10D787D71E30}" srcOrd="1" destOrd="0" presId="urn:microsoft.com/office/officeart/2005/8/layout/process1"/>
    <dgm:cxn modelId="{58C198ED-7EB0-4FB5-993E-C1E49BA649BB}" type="presOf" srcId="{77EE7CE7-1DB4-4093-A729-967678B155A1}" destId="{F3A4510D-B676-44C7-9B4D-F508AC8C450B}" srcOrd="0" destOrd="0" presId="urn:microsoft.com/office/officeart/2005/8/layout/process1"/>
    <dgm:cxn modelId="{F0F406F8-9BBC-4791-ACC6-FB40343140AA}" type="presOf" srcId="{77EE7CE7-1DB4-4093-A729-967678B155A1}" destId="{4ABC2CC1-A892-4BA4-BF5B-3C785B0D41E4}" srcOrd="1" destOrd="0" presId="urn:microsoft.com/office/officeart/2005/8/layout/process1"/>
    <dgm:cxn modelId="{5B17E8FF-F306-4963-A17F-7296ED5F3FA4}" type="presOf" srcId="{75F5DCCA-C28E-4A74-A40F-B00D1674C1F4}" destId="{D5204D35-EBF7-4D5C-A882-0A3A01148A84}" srcOrd="0" destOrd="0" presId="urn:microsoft.com/office/officeart/2005/8/layout/process1"/>
    <dgm:cxn modelId="{2168C5E7-3CE5-4CEA-9F58-14784815CC35}" type="presParOf" srcId="{D5B9AB3D-0472-4453-8642-4412DCED75AB}" destId="{574E7F43-F513-4AB0-802E-0B8DBB575CA6}" srcOrd="0" destOrd="0" presId="urn:microsoft.com/office/officeart/2005/8/layout/process1"/>
    <dgm:cxn modelId="{4DD9C5C9-E835-4735-A6EA-48AF2069786B}" type="presParOf" srcId="{D5B9AB3D-0472-4453-8642-4412DCED75AB}" destId="{093CC7AF-A09B-470E-9464-53149FE9FE3C}" srcOrd="1" destOrd="0" presId="urn:microsoft.com/office/officeart/2005/8/layout/process1"/>
    <dgm:cxn modelId="{6F85583C-70D7-4800-BE1B-9144B71C898C}" type="presParOf" srcId="{093CC7AF-A09B-470E-9464-53149FE9FE3C}" destId="{ABE2CB41-14CB-402D-961A-E9B9617B70D9}" srcOrd="0" destOrd="0" presId="urn:microsoft.com/office/officeart/2005/8/layout/process1"/>
    <dgm:cxn modelId="{02F934D2-5BF5-42CC-84AD-5AEEFEDA94E2}" type="presParOf" srcId="{D5B9AB3D-0472-4453-8642-4412DCED75AB}" destId="{811B9EE2-F282-4962-BF3F-9FFD7EDE6AD9}" srcOrd="2" destOrd="0" presId="urn:microsoft.com/office/officeart/2005/8/layout/process1"/>
    <dgm:cxn modelId="{7DD618A7-5D5E-4460-B34E-53CC95688A08}" type="presParOf" srcId="{D5B9AB3D-0472-4453-8642-4412DCED75AB}" destId="{F3A4510D-B676-44C7-9B4D-F508AC8C450B}" srcOrd="3" destOrd="0" presId="urn:microsoft.com/office/officeart/2005/8/layout/process1"/>
    <dgm:cxn modelId="{9CF7BDC9-9CAF-4F9E-927B-0D63A2934F4C}" type="presParOf" srcId="{F3A4510D-B676-44C7-9B4D-F508AC8C450B}" destId="{4ABC2CC1-A892-4BA4-BF5B-3C785B0D41E4}" srcOrd="0" destOrd="0" presId="urn:microsoft.com/office/officeart/2005/8/layout/process1"/>
    <dgm:cxn modelId="{E82F1FD0-F766-4A24-8B79-81A20919D39E}" type="presParOf" srcId="{D5B9AB3D-0472-4453-8642-4412DCED75AB}" destId="{D5204D35-EBF7-4D5C-A882-0A3A01148A84}" srcOrd="4" destOrd="0" presId="urn:microsoft.com/office/officeart/2005/8/layout/process1"/>
    <dgm:cxn modelId="{A51DF080-E7E7-4E6C-9D80-58543F7CAF2B}" type="presParOf" srcId="{D5B9AB3D-0472-4453-8642-4412DCED75AB}" destId="{7E2C5387-C31F-469B-9119-2F2ADACE743C}" srcOrd="5" destOrd="0" presId="urn:microsoft.com/office/officeart/2005/8/layout/process1"/>
    <dgm:cxn modelId="{02E3FEE9-64B0-4703-AFAC-FEE757AA7429}" type="presParOf" srcId="{7E2C5387-C31F-469B-9119-2F2ADACE743C}" destId="{0C593BBE-87C1-490A-AB30-10D787D71E30}" srcOrd="0" destOrd="0" presId="urn:microsoft.com/office/officeart/2005/8/layout/process1"/>
    <dgm:cxn modelId="{8795B9DD-3FF5-4143-9DB5-7A12236269DA}" type="presParOf" srcId="{D5B9AB3D-0472-4453-8642-4412DCED75AB}" destId="{ACAF8A61-C7F0-4959-BA8F-AF92FFC1F287}" srcOrd="6" destOrd="0" presId="urn:microsoft.com/office/officeart/2005/8/layout/process1"/>
    <dgm:cxn modelId="{19B14310-F654-4F23-A47E-A5F4F173A2C2}" type="presParOf" srcId="{D5B9AB3D-0472-4453-8642-4412DCED75AB}" destId="{03F7BC73-A744-468E-BB26-407C607F544E}" srcOrd="7" destOrd="0" presId="urn:microsoft.com/office/officeart/2005/8/layout/process1"/>
    <dgm:cxn modelId="{14B6AF3D-9066-426B-B411-821AC387C9AB}" type="presParOf" srcId="{03F7BC73-A744-468E-BB26-407C607F544E}" destId="{02377D0B-E534-4FF2-B220-C9EDCC967CAA}" srcOrd="0" destOrd="0" presId="urn:microsoft.com/office/officeart/2005/8/layout/process1"/>
    <dgm:cxn modelId="{D2B77C44-72A3-4B7F-9C23-9897E7D4572E}" type="presParOf" srcId="{D5B9AB3D-0472-4453-8642-4412DCED75AB}" destId="{4BCAF86B-069F-41D4-AB0C-7F597C431DAB}" srcOrd="8" destOrd="0" presId="urn:microsoft.com/office/officeart/2005/8/layout/process1"/>
    <dgm:cxn modelId="{EF295734-4DE0-4800-A2CE-7D33F4E99A85}" type="presParOf" srcId="{D5B9AB3D-0472-4453-8642-4412DCED75AB}" destId="{C201A54E-E7A7-42DB-8865-90A5035AA657}" srcOrd="9" destOrd="0" presId="urn:microsoft.com/office/officeart/2005/8/layout/process1"/>
    <dgm:cxn modelId="{2A49B6B3-A988-499A-B185-391D9C46D2C9}" type="presParOf" srcId="{C201A54E-E7A7-42DB-8865-90A5035AA657}" destId="{78F06954-6C08-4005-BB0F-E4AB8F3F6ED7}" srcOrd="0" destOrd="0" presId="urn:microsoft.com/office/officeart/2005/8/layout/process1"/>
    <dgm:cxn modelId="{72124858-F615-4DB5-B9B1-5B7D8495DBCB}" type="presParOf" srcId="{D5B9AB3D-0472-4453-8642-4412DCED75AB}" destId="{0F751A3E-7C14-4793-BA81-CFAB6B88F5D7}"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C4A31-0F9D-4977-A0E0-4712C702D8BE}">
      <dsp:nvSpPr>
        <dsp:cNvPr id="0" name=""/>
        <dsp:cNvSpPr/>
      </dsp:nvSpPr>
      <dsp:spPr>
        <a:xfrm>
          <a:off x="1474" y="193875"/>
          <a:ext cx="3144322" cy="1886593"/>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Tweet</a:t>
          </a:r>
        </a:p>
      </dsp:txBody>
      <dsp:txXfrm>
        <a:off x="56730" y="249131"/>
        <a:ext cx="3033810" cy="1776081"/>
      </dsp:txXfrm>
    </dsp:sp>
    <dsp:sp modelId="{8F38AECD-664A-4485-8BE4-5903C46F6B24}">
      <dsp:nvSpPr>
        <dsp:cNvPr id="0" name=""/>
        <dsp:cNvSpPr/>
      </dsp:nvSpPr>
      <dsp:spPr>
        <a:xfrm>
          <a:off x="3422496" y="747276"/>
          <a:ext cx="666596" cy="779791"/>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a:off x="3422496" y="903234"/>
        <a:ext cx="466617" cy="467875"/>
      </dsp:txXfrm>
    </dsp:sp>
    <dsp:sp modelId="{FB9B4EF4-AA18-4E9B-8529-4DD131376A7B}">
      <dsp:nvSpPr>
        <dsp:cNvPr id="0" name=""/>
        <dsp:cNvSpPr/>
      </dsp:nvSpPr>
      <dsp:spPr>
        <a:xfrm>
          <a:off x="4403525" y="193875"/>
          <a:ext cx="3144322" cy="1886593"/>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TF-IDF</a:t>
          </a:r>
        </a:p>
      </dsp:txBody>
      <dsp:txXfrm>
        <a:off x="4458781" y="249131"/>
        <a:ext cx="3033810" cy="1776081"/>
      </dsp:txXfrm>
    </dsp:sp>
    <dsp:sp modelId="{BEDCE4D0-C9E0-49C0-8796-38FDF5305DBC}">
      <dsp:nvSpPr>
        <dsp:cNvPr id="0" name=""/>
        <dsp:cNvSpPr/>
      </dsp:nvSpPr>
      <dsp:spPr>
        <a:xfrm rot="5400000">
          <a:off x="5642388" y="2300571"/>
          <a:ext cx="666596" cy="779791"/>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5400000">
        <a:off x="5741749" y="2357169"/>
        <a:ext cx="467875" cy="466617"/>
      </dsp:txXfrm>
    </dsp:sp>
    <dsp:sp modelId="{5517BC58-077C-4615-A2C2-28A38E8B0449}">
      <dsp:nvSpPr>
        <dsp:cNvPr id="0" name=""/>
        <dsp:cNvSpPr/>
      </dsp:nvSpPr>
      <dsp:spPr>
        <a:xfrm>
          <a:off x="4403525" y="3338197"/>
          <a:ext cx="3144322" cy="1886593"/>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Numeric Features</a:t>
          </a:r>
        </a:p>
      </dsp:txBody>
      <dsp:txXfrm>
        <a:off x="4458781" y="3393453"/>
        <a:ext cx="3033810" cy="1776081"/>
      </dsp:txXfrm>
    </dsp:sp>
    <dsp:sp modelId="{F789F3A9-0E63-4E02-8A83-1B12AF383748}">
      <dsp:nvSpPr>
        <dsp:cNvPr id="0" name=""/>
        <dsp:cNvSpPr/>
      </dsp:nvSpPr>
      <dsp:spPr>
        <a:xfrm rot="10800000">
          <a:off x="3460228" y="3891598"/>
          <a:ext cx="666596" cy="779791"/>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10800000">
        <a:off x="3660207" y="4047556"/>
        <a:ext cx="466617" cy="467875"/>
      </dsp:txXfrm>
    </dsp:sp>
    <dsp:sp modelId="{CC754047-F68D-4DBB-B629-8145B6F4362D}">
      <dsp:nvSpPr>
        <dsp:cNvPr id="0" name=""/>
        <dsp:cNvSpPr/>
      </dsp:nvSpPr>
      <dsp:spPr>
        <a:xfrm>
          <a:off x="1474" y="3338197"/>
          <a:ext cx="3144322" cy="1886593"/>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Machine Learning Model</a:t>
          </a:r>
        </a:p>
      </dsp:txBody>
      <dsp:txXfrm>
        <a:off x="56730" y="3393453"/>
        <a:ext cx="3033810" cy="17760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4E7F43-F513-4AB0-802E-0B8DBB575CA6}">
      <dsp:nvSpPr>
        <dsp:cNvPr id="0" name=""/>
        <dsp:cNvSpPr/>
      </dsp:nvSpPr>
      <dsp:spPr>
        <a:xfrm>
          <a:off x="0" y="535057"/>
          <a:ext cx="1286565" cy="771939"/>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User</a:t>
          </a:r>
        </a:p>
      </dsp:txBody>
      <dsp:txXfrm>
        <a:off x="22609" y="557666"/>
        <a:ext cx="1241347" cy="726721"/>
      </dsp:txXfrm>
    </dsp:sp>
    <dsp:sp modelId="{093CC7AF-A09B-470E-9464-53149FE9FE3C}">
      <dsp:nvSpPr>
        <dsp:cNvPr id="0" name=""/>
        <dsp:cNvSpPr/>
      </dsp:nvSpPr>
      <dsp:spPr>
        <a:xfrm>
          <a:off x="1415221" y="761492"/>
          <a:ext cx="272751" cy="319068"/>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415221" y="825306"/>
        <a:ext cx="190926" cy="191440"/>
      </dsp:txXfrm>
    </dsp:sp>
    <dsp:sp modelId="{811B9EE2-F282-4962-BF3F-9FFD7EDE6AD9}">
      <dsp:nvSpPr>
        <dsp:cNvPr id="0" name=""/>
        <dsp:cNvSpPr/>
      </dsp:nvSpPr>
      <dsp:spPr>
        <a:xfrm>
          <a:off x="1801191" y="535057"/>
          <a:ext cx="1286565" cy="771939"/>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Browser </a:t>
          </a:r>
        </a:p>
      </dsp:txBody>
      <dsp:txXfrm>
        <a:off x="1823800" y="557666"/>
        <a:ext cx="1241347" cy="726721"/>
      </dsp:txXfrm>
    </dsp:sp>
    <dsp:sp modelId="{F3A4510D-B676-44C7-9B4D-F508AC8C450B}">
      <dsp:nvSpPr>
        <dsp:cNvPr id="0" name=""/>
        <dsp:cNvSpPr/>
      </dsp:nvSpPr>
      <dsp:spPr>
        <a:xfrm>
          <a:off x="3216413" y="761492"/>
          <a:ext cx="272751" cy="319068"/>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216413" y="825306"/>
        <a:ext cx="190926" cy="191440"/>
      </dsp:txXfrm>
    </dsp:sp>
    <dsp:sp modelId="{D5204D35-EBF7-4D5C-A882-0A3A01148A84}">
      <dsp:nvSpPr>
        <dsp:cNvPr id="0" name=""/>
        <dsp:cNvSpPr/>
      </dsp:nvSpPr>
      <dsp:spPr>
        <a:xfrm>
          <a:off x="3602383" y="535057"/>
          <a:ext cx="1286565" cy="771939"/>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Flask </a:t>
          </a:r>
        </a:p>
      </dsp:txBody>
      <dsp:txXfrm>
        <a:off x="3624992" y="557666"/>
        <a:ext cx="1241347" cy="726721"/>
      </dsp:txXfrm>
    </dsp:sp>
    <dsp:sp modelId="{7E2C5387-C31F-469B-9119-2F2ADACE743C}">
      <dsp:nvSpPr>
        <dsp:cNvPr id="0" name=""/>
        <dsp:cNvSpPr/>
      </dsp:nvSpPr>
      <dsp:spPr>
        <a:xfrm>
          <a:off x="5017604" y="761492"/>
          <a:ext cx="272751" cy="319068"/>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5017604" y="825306"/>
        <a:ext cx="190926" cy="191440"/>
      </dsp:txXfrm>
    </dsp:sp>
    <dsp:sp modelId="{ACAF8A61-C7F0-4959-BA8F-AF92FFC1F287}">
      <dsp:nvSpPr>
        <dsp:cNvPr id="0" name=""/>
        <dsp:cNvSpPr/>
      </dsp:nvSpPr>
      <dsp:spPr>
        <a:xfrm>
          <a:off x="5403574" y="535057"/>
          <a:ext cx="1286565" cy="771939"/>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Model.pkl </a:t>
          </a:r>
        </a:p>
      </dsp:txBody>
      <dsp:txXfrm>
        <a:off x="5426183" y="557666"/>
        <a:ext cx="1241347" cy="726721"/>
      </dsp:txXfrm>
    </dsp:sp>
    <dsp:sp modelId="{03F7BC73-A744-468E-BB26-407C607F544E}">
      <dsp:nvSpPr>
        <dsp:cNvPr id="0" name=""/>
        <dsp:cNvSpPr/>
      </dsp:nvSpPr>
      <dsp:spPr>
        <a:xfrm>
          <a:off x="6818796" y="761492"/>
          <a:ext cx="272751" cy="319068"/>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818796" y="825306"/>
        <a:ext cx="190926" cy="191440"/>
      </dsp:txXfrm>
    </dsp:sp>
    <dsp:sp modelId="{4BCAF86B-069F-41D4-AB0C-7F597C431DAB}">
      <dsp:nvSpPr>
        <dsp:cNvPr id="0" name=""/>
        <dsp:cNvSpPr/>
      </dsp:nvSpPr>
      <dsp:spPr>
        <a:xfrm>
          <a:off x="7204766" y="535057"/>
          <a:ext cx="1286565" cy="771939"/>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Prediction </a:t>
          </a:r>
        </a:p>
      </dsp:txBody>
      <dsp:txXfrm>
        <a:off x="7227375" y="557666"/>
        <a:ext cx="1241347" cy="726721"/>
      </dsp:txXfrm>
    </dsp:sp>
    <dsp:sp modelId="{C201A54E-E7A7-42DB-8865-90A5035AA657}">
      <dsp:nvSpPr>
        <dsp:cNvPr id="0" name=""/>
        <dsp:cNvSpPr/>
      </dsp:nvSpPr>
      <dsp:spPr>
        <a:xfrm>
          <a:off x="8619988" y="761492"/>
          <a:ext cx="272751" cy="319068"/>
        </a:xfrm>
        <a:prstGeom prst="rightArrow">
          <a:avLst>
            <a:gd name="adj1" fmla="val 60000"/>
            <a:gd name="adj2" fmla="val 50000"/>
          </a:avLst>
        </a:prstGeom>
        <a:gradFill rotWithShape="0">
          <a:gsLst>
            <a:gs pos="0">
              <a:schemeClr val="accent1">
                <a:tint val="60000"/>
                <a:hueOff val="0"/>
                <a:satOff val="0"/>
                <a:lumOff val="0"/>
                <a:alphaOff val="0"/>
                <a:tint val="96000"/>
                <a:lumMod val="102000"/>
              </a:schemeClr>
            </a:gs>
            <a:gs pos="100000">
              <a:schemeClr val="accent1">
                <a:tint val="60000"/>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619988" y="825306"/>
        <a:ext cx="190926" cy="191440"/>
      </dsp:txXfrm>
    </dsp:sp>
    <dsp:sp modelId="{0F751A3E-7C14-4793-BA81-CFAB6B88F5D7}">
      <dsp:nvSpPr>
        <dsp:cNvPr id="0" name=""/>
        <dsp:cNvSpPr/>
      </dsp:nvSpPr>
      <dsp:spPr>
        <a:xfrm>
          <a:off x="9005957" y="535057"/>
          <a:ext cx="1286565" cy="771939"/>
        </a:xfrm>
        <a:prstGeom prst="roundRect">
          <a:avLst>
            <a:gd name="adj" fmla="val 10000"/>
          </a:avLst>
        </a:prstGeom>
        <a:gradFill rotWithShape="0">
          <a:gsLst>
            <a:gs pos="0">
              <a:schemeClr val="accent1">
                <a:hueOff val="0"/>
                <a:satOff val="0"/>
                <a:lumOff val="0"/>
                <a:alphaOff val="0"/>
                <a:tint val="96000"/>
                <a:lumMod val="102000"/>
              </a:schemeClr>
            </a:gs>
            <a:gs pos="100000">
              <a:schemeClr val="accent1">
                <a:hueOff val="0"/>
                <a:satOff val="0"/>
                <a:lumOff val="0"/>
                <a:alphaOff val="0"/>
                <a:shade val="88000"/>
                <a:lumMod val="94000"/>
              </a:schemeClr>
            </a:gs>
          </a:gsLst>
          <a:path path="circle">
            <a:fillToRect l="50000" t="100000" r="100000" b="50000"/>
          </a:path>
        </a:gradFill>
        <a:ln>
          <a:noFill/>
        </a:ln>
        <a:effectLst>
          <a:reflection blurRad="12700" stA="26000" endPos="32000" dist="12700" dir="5400000" sy="-100000" rotWithShape="0"/>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Result</a:t>
          </a:r>
        </a:p>
      </dsp:txBody>
      <dsp:txXfrm>
        <a:off x="9028566" y="557666"/>
        <a:ext cx="1241347" cy="726721"/>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075584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7757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3947494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B205EE-4428-458D-AAA5-FADDC07D89D7}"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691713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B205EE-4428-458D-AAA5-FADDC07D89D7}" type="datetimeFigureOut">
              <a:rPr lang="en-US" smtClean="0"/>
              <a:t>7/14/2026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113964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B205EE-4428-458D-AAA5-FADDC07D89D7}" type="datetimeFigureOut">
              <a:rPr lang="en-US" smtClean="0"/>
              <a:t>7/14/2026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598005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205EE-4428-458D-AAA5-FADDC07D89D7}" type="datetimeFigureOut">
              <a:rPr lang="en-US" smtClean="0"/>
              <a:t>7/14/2026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013442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B205EE-4428-458D-AAA5-FADDC07D89D7}"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005942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B205EE-4428-458D-AAA5-FADDC07D89D7}"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3494196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B205EE-4428-458D-AAA5-FADDC07D89D7}" type="datetimeFigureOut">
              <a:rPr lang="en-US" smtClean="0"/>
              <a:t>7/14/2026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314117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3789190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425653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2846648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1223966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7918506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1280498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B205EE-4428-458D-AAA5-FADDC07D89D7}" type="datetimeFigureOut">
              <a:rPr lang="en-US" smtClean="0"/>
              <a:t>7/14/2026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6ED26-664C-4E77-B090-E29D0D0FC3A0}" type="slidenum">
              <a:rPr lang="en-US" smtClean="0"/>
              <a:t>‹#›</a:t>
            </a:fld>
            <a:endParaRPr lang="en-US"/>
          </a:p>
        </p:txBody>
      </p:sp>
    </p:spTree>
    <p:extLst>
      <p:ext uri="{BB962C8B-B14F-4D97-AF65-F5344CB8AC3E}">
        <p14:creationId xmlns:p14="http://schemas.microsoft.com/office/powerpoint/2010/main" val="3655456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9B205EE-4428-458D-AAA5-FADDC07D89D7}" type="datetimeFigureOut">
              <a:rPr lang="en-US" smtClean="0"/>
              <a:t>7/14/2026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746ED26-664C-4E77-B090-E29D0D0FC3A0}" type="slidenum">
              <a:rPr lang="en-US" smtClean="0"/>
              <a:t>‹#›</a:t>
            </a:fld>
            <a:endParaRPr lang="en-US"/>
          </a:p>
        </p:txBody>
      </p:sp>
    </p:spTree>
    <p:extLst>
      <p:ext uri="{BB962C8B-B14F-4D97-AF65-F5344CB8AC3E}">
        <p14:creationId xmlns:p14="http://schemas.microsoft.com/office/powerpoint/2010/main" val="25717134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BE6A7-6F57-AB3E-F40F-B4AA499CA307}"/>
              </a:ext>
            </a:extLst>
          </p:cNvPr>
          <p:cNvSpPr>
            <a:spLocks noGrp="1"/>
          </p:cNvSpPr>
          <p:nvPr>
            <p:ph type="ctrTitle"/>
          </p:nvPr>
        </p:nvSpPr>
        <p:spPr>
          <a:xfrm>
            <a:off x="2053883" y="718103"/>
            <a:ext cx="10025915" cy="1388534"/>
          </a:xfrm>
        </p:spPr>
        <p:txBody>
          <a:bodyPr>
            <a:normAutofit/>
          </a:bodyPr>
          <a:lstStyle/>
          <a:p>
            <a:pPr algn="ctr"/>
            <a:r>
              <a:rPr lang="en-US" sz="4000" b="1" dirty="0">
                <a:solidFill>
                  <a:srgbClr val="002060"/>
                </a:solidFill>
                <a:latin typeface="Arial Narrow" panose="020B0606020202030204" pitchFamily="34" charset="0"/>
                <a:cs typeface="Aparajita" panose="02020603050405020304" pitchFamily="18" charset="0"/>
              </a:rPr>
              <a:t>Disaster Tweet Classification Using</a:t>
            </a:r>
            <a:br>
              <a:rPr lang="en-US" sz="4000" b="1" dirty="0">
                <a:solidFill>
                  <a:srgbClr val="002060"/>
                </a:solidFill>
                <a:latin typeface="Arial Narrow" panose="020B0606020202030204" pitchFamily="34" charset="0"/>
                <a:cs typeface="Aparajita" panose="02020603050405020304" pitchFamily="18" charset="0"/>
              </a:rPr>
            </a:br>
            <a:r>
              <a:rPr lang="en-US" sz="4000" b="1" dirty="0">
                <a:solidFill>
                  <a:srgbClr val="002060"/>
                </a:solidFill>
                <a:latin typeface="Arial Narrow" panose="020B0606020202030204" pitchFamily="34" charset="0"/>
                <a:cs typeface="Aparajita" panose="02020603050405020304" pitchFamily="18" charset="0"/>
              </a:rPr>
              <a:t> Machine Learning &amp; NLP</a:t>
            </a:r>
          </a:p>
        </p:txBody>
      </p:sp>
      <p:sp>
        <p:nvSpPr>
          <p:cNvPr id="3" name="Subtitle 2">
            <a:extLst>
              <a:ext uri="{FF2B5EF4-FFF2-40B4-BE49-F238E27FC236}">
                <a16:creationId xmlns:a16="http://schemas.microsoft.com/office/drawing/2014/main" id="{CA440892-0DCB-08A3-69FB-EFFB80E483E6}"/>
              </a:ext>
            </a:extLst>
          </p:cNvPr>
          <p:cNvSpPr>
            <a:spLocks noGrp="1"/>
          </p:cNvSpPr>
          <p:nvPr>
            <p:ph type="subTitle" idx="1"/>
          </p:nvPr>
        </p:nvSpPr>
        <p:spPr>
          <a:xfrm>
            <a:off x="3263704" y="2738119"/>
            <a:ext cx="7606271" cy="3401778"/>
          </a:xfrm>
        </p:spPr>
        <p:txBody>
          <a:bodyPr>
            <a:normAutofit/>
          </a:bodyPr>
          <a:lstStyle/>
          <a:p>
            <a:pPr algn="ctr"/>
            <a:r>
              <a:rPr lang="en-US" sz="4000" b="1" dirty="0">
                <a:solidFill>
                  <a:srgbClr val="002060"/>
                </a:solidFill>
                <a:latin typeface="Arial Narrow" panose="020B0606020202030204" pitchFamily="34" charset="0"/>
              </a:rPr>
              <a:t>Nexthikes IT Solutions </a:t>
            </a:r>
          </a:p>
          <a:p>
            <a:pPr algn="ctr"/>
            <a:endParaRPr lang="en-US" sz="3200" dirty="0">
              <a:solidFill>
                <a:srgbClr val="002060"/>
              </a:solidFill>
              <a:latin typeface="Arial Narrow" panose="020B0606020202030204" pitchFamily="34" charset="0"/>
            </a:endParaRPr>
          </a:p>
          <a:p>
            <a:pPr algn="ctr"/>
            <a:r>
              <a:rPr lang="en-US" sz="3200" dirty="0">
                <a:solidFill>
                  <a:srgbClr val="002060"/>
                </a:solidFill>
                <a:latin typeface="Arial Narrow" panose="020B0606020202030204" pitchFamily="34" charset="0"/>
              </a:rPr>
              <a:t>                                                   - Ankita Babar</a:t>
            </a:r>
          </a:p>
        </p:txBody>
      </p:sp>
    </p:spTree>
    <p:extLst>
      <p:ext uri="{BB962C8B-B14F-4D97-AF65-F5344CB8AC3E}">
        <p14:creationId xmlns:p14="http://schemas.microsoft.com/office/powerpoint/2010/main" val="1824310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71249-9264-68F4-1D7C-0EAE0B809C19}"/>
              </a:ext>
            </a:extLst>
          </p:cNvPr>
          <p:cNvSpPr>
            <a:spLocks noGrp="1"/>
          </p:cNvSpPr>
          <p:nvPr>
            <p:ph type="title"/>
          </p:nvPr>
        </p:nvSpPr>
        <p:spPr>
          <a:xfrm>
            <a:off x="1955410" y="759656"/>
            <a:ext cx="3165230" cy="668761"/>
          </a:xfrm>
        </p:spPr>
        <p:txBody>
          <a:bodyPr>
            <a:normAutofit/>
          </a:bodyPr>
          <a:lstStyle/>
          <a:p>
            <a:pPr algn="l"/>
            <a:r>
              <a:rPr lang="en-US" sz="3600" b="1" dirty="0">
                <a:solidFill>
                  <a:srgbClr val="002060"/>
                </a:solidFill>
                <a:latin typeface="Arial Narrow" panose="020B0606020202030204" pitchFamily="34" charset="0"/>
              </a:rPr>
              <a:t>INTODUCTION :-</a:t>
            </a:r>
          </a:p>
        </p:txBody>
      </p:sp>
      <p:sp>
        <p:nvSpPr>
          <p:cNvPr id="3" name="Text Placeholder 2">
            <a:extLst>
              <a:ext uri="{FF2B5EF4-FFF2-40B4-BE49-F238E27FC236}">
                <a16:creationId xmlns:a16="http://schemas.microsoft.com/office/drawing/2014/main" id="{E376E5BC-7E98-AEF0-2A23-575E8DF57448}"/>
              </a:ext>
            </a:extLst>
          </p:cNvPr>
          <p:cNvSpPr>
            <a:spLocks noGrp="1"/>
          </p:cNvSpPr>
          <p:nvPr>
            <p:ph type="body" idx="1"/>
          </p:nvPr>
        </p:nvSpPr>
        <p:spPr>
          <a:xfrm>
            <a:off x="1955410" y="1842868"/>
            <a:ext cx="10128738" cy="3401018"/>
          </a:xfrm>
        </p:spPr>
        <p:txBody>
          <a:bodyPr>
            <a:noAutofit/>
          </a:bodyPr>
          <a:lstStyle/>
          <a:p>
            <a:pPr algn="l"/>
            <a:r>
              <a:rPr lang="en-US" b="1" dirty="0">
                <a:solidFill>
                  <a:srgbClr val="002060"/>
                </a:solidFill>
                <a:latin typeface="Arial" panose="020B0604020202020204" pitchFamily="34" charset="0"/>
                <a:cs typeface="Arial" panose="020B0604020202020204" pitchFamily="34" charset="0"/>
              </a:rPr>
              <a:t>Natural Language Processing (NLP)</a:t>
            </a:r>
          </a:p>
          <a:p>
            <a:pPr algn="l"/>
            <a:r>
              <a:rPr lang="en-US" dirty="0">
                <a:solidFill>
                  <a:srgbClr val="002060"/>
                </a:solidFill>
                <a:latin typeface="Arial" panose="020B0604020202020204" pitchFamily="34" charset="0"/>
                <a:cs typeface="Arial" panose="020B0604020202020204" pitchFamily="34" charset="0"/>
              </a:rPr>
              <a:t>Natural Language Processing (NLP) is a branch of Artificial Intelligence (AI) that enables computers to understand, process, and analyze human language. It converts unstructured text into meaningful information, allowing machines to perform tasks such as text classification, sentiment analysis, translation, and spam detection.</a:t>
            </a:r>
          </a:p>
          <a:p>
            <a:pPr algn="l"/>
            <a:r>
              <a:rPr lang="en-US" b="1" dirty="0">
                <a:solidFill>
                  <a:srgbClr val="002060"/>
                </a:solidFill>
                <a:latin typeface="Arial" panose="020B0604020202020204" pitchFamily="34" charset="0"/>
                <a:cs typeface="Arial" panose="020B0604020202020204" pitchFamily="34" charset="0"/>
              </a:rPr>
              <a:t>Disaster Tweet Classification</a:t>
            </a:r>
          </a:p>
          <a:p>
            <a:pPr algn="l"/>
            <a:r>
              <a:rPr lang="en-US" dirty="0">
                <a:solidFill>
                  <a:srgbClr val="002060"/>
                </a:solidFill>
                <a:latin typeface="Arial" panose="020B0604020202020204" pitchFamily="34" charset="0"/>
                <a:cs typeface="Arial" panose="020B0604020202020204" pitchFamily="34" charset="0"/>
              </a:rPr>
              <a:t>Disaster Tweet Classification is a Machine Learning application that automatically classifies tweets into two categories:</a:t>
            </a:r>
          </a:p>
          <a:p>
            <a:pPr algn="l"/>
            <a:r>
              <a:rPr lang="en-US" b="1" dirty="0">
                <a:solidFill>
                  <a:srgbClr val="002060"/>
                </a:solidFill>
                <a:latin typeface="Arial" panose="020B0604020202020204" pitchFamily="34" charset="0"/>
                <a:cs typeface="Arial" panose="020B0604020202020204" pitchFamily="34" charset="0"/>
              </a:rPr>
              <a:t>Disaster Tweet</a:t>
            </a:r>
            <a:r>
              <a:rPr lang="en-US" dirty="0">
                <a:solidFill>
                  <a:srgbClr val="002060"/>
                </a:solidFill>
                <a:latin typeface="Arial" panose="020B0604020202020204" pitchFamily="34" charset="0"/>
                <a:cs typeface="Arial" panose="020B0604020202020204" pitchFamily="34" charset="0"/>
              </a:rPr>
              <a:t> </a:t>
            </a:r>
          </a:p>
          <a:p>
            <a:pPr algn="l"/>
            <a:r>
              <a:rPr lang="en-US" b="1" dirty="0">
                <a:solidFill>
                  <a:srgbClr val="002060"/>
                </a:solidFill>
                <a:latin typeface="Arial" panose="020B0604020202020204" pitchFamily="34" charset="0"/>
                <a:cs typeface="Arial" panose="020B0604020202020204" pitchFamily="34" charset="0"/>
              </a:rPr>
              <a:t>Non-Disaster Tweet</a:t>
            </a:r>
            <a:r>
              <a:rPr lang="en-US" dirty="0">
                <a:solidFill>
                  <a:srgbClr val="002060"/>
                </a:solidFill>
                <a:latin typeface="Arial" panose="020B0604020202020204" pitchFamily="34" charset="0"/>
                <a:cs typeface="Arial" panose="020B0604020202020204" pitchFamily="34" charset="0"/>
              </a:rPr>
              <a:t> </a:t>
            </a:r>
          </a:p>
          <a:p>
            <a:pPr algn="l"/>
            <a:r>
              <a:rPr lang="en-US" dirty="0">
                <a:solidFill>
                  <a:srgbClr val="002060"/>
                </a:solidFill>
                <a:latin typeface="Arial" panose="020B0604020202020204" pitchFamily="34" charset="0"/>
                <a:cs typeface="Arial" panose="020B0604020202020204" pitchFamily="34" charset="0"/>
              </a:rPr>
              <a:t>This helps identify emergency-related information quickly and accurately from social media platforms.</a:t>
            </a:r>
          </a:p>
          <a:p>
            <a:pPr algn="l"/>
            <a:endParaRPr lang="en-US" dirty="0">
              <a:solidFill>
                <a:srgbClr val="002060"/>
              </a:solidFill>
              <a:latin typeface="Arial" panose="020B0604020202020204" pitchFamily="34" charset="0"/>
              <a:cs typeface="Arial" panose="020B0604020202020204" pitchFamily="34" charset="0"/>
            </a:endParaRPr>
          </a:p>
          <a:p>
            <a:pPr algn="l"/>
            <a:endParaRPr lang="en-US"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221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F684-9D77-96AD-BB86-47C1569E3C44}"/>
              </a:ext>
            </a:extLst>
          </p:cNvPr>
          <p:cNvSpPr>
            <a:spLocks noGrp="1"/>
          </p:cNvSpPr>
          <p:nvPr>
            <p:ph type="title"/>
          </p:nvPr>
        </p:nvSpPr>
        <p:spPr>
          <a:xfrm>
            <a:off x="1716258" y="639208"/>
            <a:ext cx="6077243" cy="860400"/>
          </a:xfrm>
        </p:spPr>
        <p:txBody>
          <a:bodyPr>
            <a:normAutofit/>
          </a:bodyPr>
          <a:lstStyle/>
          <a:p>
            <a:pPr algn="ctr"/>
            <a:r>
              <a:rPr lang="en-US" b="1" dirty="0">
                <a:solidFill>
                  <a:srgbClr val="002060"/>
                </a:solidFill>
                <a:latin typeface="Arial" panose="020B0604020202020204" pitchFamily="34" charset="0"/>
                <a:cs typeface="Arial" panose="020B0604020202020204" pitchFamily="34" charset="0"/>
              </a:rPr>
              <a:t>Problem Statement :-</a:t>
            </a:r>
          </a:p>
        </p:txBody>
      </p:sp>
      <p:sp>
        <p:nvSpPr>
          <p:cNvPr id="3" name="Text Placeholder 2">
            <a:extLst>
              <a:ext uri="{FF2B5EF4-FFF2-40B4-BE49-F238E27FC236}">
                <a16:creationId xmlns:a16="http://schemas.microsoft.com/office/drawing/2014/main" id="{BD123B53-17FB-52C0-6341-286C8D7936BF}"/>
              </a:ext>
            </a:extLst>
          </p:cNvPr>
          <p:cNvSpPr>
            <a:spLocks noGrp="1"/>
          </p:cNvSpPr>
          <p:nvPr>
            <p:ph type="body" idx="1"/>
          </p:nvPr>
        </p:nvSpPr>
        <p:spPr>
          <a:xfrm>
            <a:off x="2093977" y="1955409"/>
            <a:ext cx="8930748" cy="3190003"/>
          </a:xfrm>
        </p:spPr>
        <p:txBody>
          <a:bodyPr>
            <a:normAutofit/>
          </a:bodyPr>
          <a:lstStyle/>
          <a:p>
            <a:pPr marL="342900" indent="-342900" algn="l">
              <a:buFont typeface="Arial" panose="020B0604020202020204" pitchFamily="34" charset="0"/>
              <a:buChar char="•"/>
            </a:pPr>
            <a:r>
              <a:rPr lang="en-US" sz="2800" dirty="0">
                <a:solidFill>
                  <a:srgbClr val="002060"/>
                </a:solidFill>
                <a:latin typeface="Arial" panose="020B0604020202020204" pitchFamily="34" charset="0"/>
                <a:cs typeface="Arial" panose="020B0604020202020204" pitchFamily="34" charset="0"/>
              </a:rPr>
              <a:t>Millions of tweets are posted daily. </a:t>
            </a:r>
          </a:p>
          <a:p>
            <a:pPr marL="342900" indent="-342900" algn="l">
              <a:buFont typeface="Arial" panose="020B0604020202020204" pitchFamily="34" charset="0"/>
              <a:buChar char="•"/>
            </a:pPr>
            <a:r>
              <a:rPr lang="en-US" sz="2800" dirty="0">
                <a:solidFill>
                  <a:srgbClr val="002060"/>
                </a:solidFill>
                <a:latin typeface="Arial" panose="020B0604020202020204" pitchFamily="34" charset="0"/>
                <a:cs typeface="Arial" panose="020B0604020202020204" pitchFamily="34" charset="0"/>
              </a:rPr>
              <a:t>Manual identification is impossible.</a:t>
            </a:r>
          </a:p>
          <a:p>
            <a:pPr marL="342900" indent="-342900" algn="l">
              <a:buFont typeface="Arial" panose="020B0604020202020204" pitchFamily="34" charset="0"/>
              <a:buChar char="•"/>
            </a:pPr>
            <a:r>
              <a:rPr lang="en-US" sz="2800" dirty="0">
                <a:solidFill>
                  <a:srgbClr val="002060"/>
                </a:solidFill>
                <a:latin typeface="Arial" panose="020B0604020202020204" pitchFamily="34" charset="0"/>
                <a:cs typeface="Arial" panose="020B0604020202020204" pitchFamily="34" charset="0"/>
              </a:rPr>
              <a:t> Emergency services require quick identification.</a:t>
            </a:r>
          </a:p>
          <a:p>
            <a:pPr marL="342900" indent="-342900" algn="l">
              <a:buFont typeface="Arial" panose="020B0604020202020204" pitchFamily="34" charset="0"/>
              <a:buChar char="•"/>
            </a:pPr>
            <a:r>
              <a:rPr lang="en-US" sz="2800" dirty="0">
                <a:solidFill>
                  <a:srgbClr val="002060"/>
                </a:solidFill>
                <a:latin typeface="Arial" panose="020B0604020202020204" pitchFamily="34" charset="0"/>
                <a:cs typeface="Arial" panose="020B0604020202020204" pitchFamily="34" charset="0"/>
              </a:rPr>
              <a:t> ML helps classify tweets auto</a:t>
            </a:r>
          </a:p>
        </p:txBody>
      </p:sp>
    </p:spTree>
    <p:extLst>
      <p:ext uri="{BB962C8B-B14F-4D97-AF65-F5344CB8AC3E}">
        <p14:creationId xmlns:p14="http://schemas.microsoft.com/office/powerpoint/2010/main" val="3730626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FECE-05BA-D0D9-F891-1614A6FB9051}"/>
              </a:ext>
            </a:extLst>
          </p:cNvPr>
          <p:cNvSpPr>
            <a:spLocks noGrp="1"/>
          </p:cNvSpPr>
          <p:nvPr>
            <p:ph type="title"/>
          </p:nvPr>
        </p:nvSpPr>
        <p:spPr>
          <a:xfrm>
            <a:off x="1842868" y="526667"/>
            <a:ext cx="6583680" cy="860400"/>
          </a:xfrm>
        </p:spPr>
        <p:txBody>
          <a:bodyPr>
            <a:normAutofit fontScale="90000"/>
          </a:bodyPr>
          <a:lstStyle/>
          <a:p>
            <a:pPr algn="l"/>
            <a:r>
              <a:rPr lang="en-US" b="1" dirty="0">
                <a:solidFill>
                  <a:srgbClr val="002060"/>
                </a:solidFill>
                <a:latin typeface="Arial" panose="020B0604020202020204" pitchFamily="34" charset="0"/>
                <a:cs typeface="Arial" panose="020B0604020202020204" pitchFamily="34" charset="0"/>
              </a:rPr>
              <a:t>Word Frequency Analysis :-</a:t>
            </a:r>
          </a:p>
        </p:txBody>
      </p:sp>
      <p:sp>
        <p:nvSpPr>
          <p:cNvPr id="3" name="Text Placeholder 2">
            <a:extLst>
              <a:ext uri="{FF2B5EF4-FFF2-40B4-BE49-F238E27FC236}">
                <a16:creationId xmlns:a16="http://schemas.microsoft.com/office/drawing/2014/main" id="{193A445C-C9CB-03A3-76C4-12DE043D8BA4}"/>
              </a:ext>
            </a:extLst>
          </p:cNvPr>
          <p:cNvSpPr>
            <a:spLocks noGrp="1"/>
          </p:cNvSpPr>
          <p:nvPr>
            <p:ph type="body" idx="1"/>
          </p:nvPr>
        </p:nvSpPr>
        <p:spPr>
          <a:xfrm>
            <a:off x="2079908" y="2171623"/>
            <a:ext cx="8930748" cy="2514753"/>
          </a:xfrm>
        </p:spPr>
        <p:txBody>
          <a:bodyPr>
            <a:noAutofit/>
          </a:bodyPr>
          <a:lstStyle/>
          <a:p>
            <a:pPr algn="l"/>
            <a:r>
              <a:rPr lang="en-US" sz="2800" dirty="0">
                <a:solidFill>
                  <a:srgbClr val="002060"/>
                </a:solidFill>
                <a:latin typeface="Arial" panose="020B0604020202020204" pitchFamily="34" charset="0"/>
                <a:cs typeface="Arial" panose="020B0604020202020204" pitchFamily="34" charset="0"/>
              </a:rPr>
              <a:t>     Show:</a:t>
            </a:r>
          </a:p>
          <a:p>
            <a:pPr marL="342900" indent="-342900" algn="l">
              <a:buFont typeface="Arial" panose="020B0604020202020204" pitchFamily="34" charset="0"/>
              <a:buChar char="•"/>
            </a:pPr>
            <a:r>
              <a:rPr lang="en-US" sz="2800" dirty="0">
                <a:solidFill>
                  <a:srgbClr val="002060"/>
                </a:solidFill>
                <a:latin typeface="Arial" panose="020B0604020202020204" pitchFamily="34" charset="0"/>
                <a:cs typeface="Arial" panose="020B0604020202020204" pitchFamily="34" charset="0"/>
              </a:rPr>
              <a:t>Most frequent words </a:t>
            </a:r>
          </a:p>
          <a:p>
            <a:pPr marL="342900" indent="-342900" algn="l">
              <a:buFont typeface="Arial" panose="020B0604020202020204" pitchFamily="34" charset="0"/>
              <a:buChar char="•"/>
            </a:pPr>
            <a:r>
              <a:rPr lang="en-US" sz="2800" dirty="0">
                <a:solidFill>
                  <a:srgbClr val="002060"/>
                </a:solidFill>
                <a:latin typeface="Arial" panose="020B0604020202020204" pitchFamily="34" charset="0"/>
                <a:cs typeface="Arial" panose="020B0604020202020204" pitchFamily="34" charset="0"/>
              </a:rPr>
              <a:t>Top Disaster words </a:t>
            </a:r>
          </a:p>
          <a:p>
            <a:pPr marL="342900" indent="-342900" algn="l">
              <a:buFont typeface="Arial" panose="020B0604020202020204" pitchFamily="34" charset="0"/>
              <a:buChar char="•"/>
            </a:pPr>
            <a:r>
              <a:rPr lang="en-US" sz="2800" dirty="0">
                <a:solidFill>
                  <a:srgbClr val="002060"/>
                </a:solidFill>
                <a:latin typeface="Arial" panose="020B0604020202020204" pitchFamily="34" charset="0"/>
                <a:cs typeface="Arial" panose="020B0604020202020204" pitchFamily="34" charset="0"/>
              </a:rPr>
              <a:t>Top Non-disaster words</a:t>
            </a:r>
          </a:p>
          <a:p>
            <a:pPr marL="342900" indent="-342900" algn="l">
              <a:buFont typeface="Arial" panose="020B0604020202020204" pitchFamily="34" charset="0"/>
              <a:buChar char="•"/>
            </a:pPr>
            <a:endParaRPr lang="en-US" sz="28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7034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E22C8-CD15-E30F-80AA-D06B1D656795}"/>
              </a:ext>
            </a:extLst>
          </p:cNvPr>
          <p:cNvSpPr>
            <a:spLocks noGrp="1"/>
          </p:cNvSpPr>
          <p:nvPr>
            <p:ph type="title"/>
          </p:nvPr>
        </p:nvSpPr>
        <p:spPr>
          <a:xfrm>
            <a:off x="1431234" y="790019"/>
            <a:ext cx="8085320" cy="762523"/>
          </a:xfrm>
        </p:spPr>
        <p:txBody>
          <a:bodyPr>
            <a:normAutofit fontScale="90000"/>
          </a:bodyPr>
          <a:lstStyle/>
          <a:p>
            <a:r>
              <a:rPr lang="en-US" b="1" dirty="0">
                <a:solidFill>
                  <a:srgbClr val="002060"/>
                </a:solidFill>
                <a:latin typeface="Arial" panose="020B0604020202020204" pitchFamily="34" charset="0"/>
                <a:cs typeface="Arial" panose="020B0604020202020204" pitchFamily="34" charset="0"/>
              </a:rPr>
              <a:t>Exploratory Data Analysis (EDA) :-</a:t>
            </a:r>
          </a:p>
        </p:txBody>
      </p:sp>
      <p:sp>
        <p:nvSpPr>
          <p:cNvPr id="3" name="Text Placeholder 2">
            <a:extLst>
              <a:ext uri="{FF2B5EF4-FFF2-40B4-BE49-F238E27FC236}">
                <a16:creationId xmlns:a16="http://schemas.microsoft.com/office/drawing/2014/main" id="{BEEAD93C-D3FC-DA31-04C5-B07ECD83D01E}"/>
              </a:ext>
            </a:extLst>
          </p:cNvPr>
          <p:cNvSpPr>
            <a:spLocks noGrp="1"/>
          </p:cNvSpPr>
          <p:nvPr>
            <p:ph type="body" idx="1"/>
          </p:nvPr>
        </p:nvSpPr>
        <p:spPr>
          <a:xfrm>
            <a:off x="1922921" y="2093844"/>
            <a:ext cx="8930748" cy="3159624"/>
          </a:xfrm>
        </p:spPr>
        <p:txBody>
          <a:bodyPr>
            <a:normAutofit/>
          </a:bodyPr>
          <a:lstStyle/>
          <a:p>
            <a:pPr algn="l"/>
            <a:r>
              <a:rPr lang="en-US" sz="2400" dirty="0">
                <a:solidFill>
                  <a:srgbClr val="002060"/>
                </a:solidFill>
                <a:latin typeface="Arial" panose="020B0604020202020204" pitchFamily="34" charset="0"/>
                <a:cs typeface="Arial" panose="020B0604020202020204" pitchFamily="34" charset="0"/>
              </a:rPr>
              <a:t>Include:</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Target Distribution </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Tweet Length Distribution </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Keyword Frequency </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Word Cloud</a:t>
            </a:r>
          </a:p>
          <a:p>
            <a:pPr marL="342900" indent="-342900" algn="l">
              <a:buFont typeface="Arial" panose="020B0604020202020204" pitchFamily="34" charset="0"/>
              <a:buChar char="•"/>
            </a:pPr>
            <a:endParaRPr lang="en-US" sz="24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1724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D0ED4-C817-E89F-E09E-72717E3F1071}"/>
              </a:ext>
            </a:extLst>
          </p:cNvPr>
          <p:cNvSpPr>
            <a:spLocks noGrp="1"/>
          </p:cNvSpPr>
          <p:nvPr>
            <p:ph type="title"/>
          </p:nvPr>
        </p:nvSpPr>
        <p:spPr>
          <a:xfrm>
            <a:off x="1577009" y="371060"/>
            <a:ext cx="5035965" cy="974007"/>
          </a:xfrm>
        </p:spPr>
        <p:txBody>
          <a:bodyPr/>
          <a:lstStyle/>
          <a:p>
            <a:r>
              <a:rPr lang="en-US" dirty="0">
                <a:solidFill>
                  <a:srgbClr val="002060"/>
                </a:solidFill>
                <a:latin typeface="Arial" panose="020B0604020202020204" pitchFamily="34" charset="0"/>
                <a:cs typeface="Arial" panose="020B0604020202020204" pitchFamily="34" charset="0"/>
              </a:rPr>
              <a:t>Feature Extraction :-</a:t>
            </a:r>
          </a:p>
        </p:txBody>
      </p:sp>
      <p:sp>
        <p:nvSpPr>
          <p:cNvPr id="3" name="Text Placeholder 2">
            <a:extLst>
              <a:ext uri="{FF2B5EF4-FFF2-40B4-BE49-F238E27FC236}">
                <a16:creationId xmlns:a16="http://schemas.microsoft.com/office/drawing/2014/main" id="{89240EFE-E43F-C5D3-AEB3-3DB96B6AE225}"/>
              </a:ext>
            </a:extLst>
          </p:cNvPr>
          <p:cNvSpPr>
            <a:spLocks noGrp="1"/>
          </p:cNvSpPr>
          <p:nvPr>
            <p:ph type="body" idx="1"/>
          </p:nvPr>
        </p:nvSpPr>
        <p:spPr>
          <a:xfrm>
            <a:off x="1935426" y="1978141"/>
            <a:ext cx="8930748" cy="2901717"/>
          </a:xfrm>
        </p:spPr>
        <p:txBody>
          <a:bodyPr>
            <a:normAutofit/>
          </a:bodyPr>
          <a:lstStyle/>
          <a:p>
            <a:pPr algn="l"/>
            <a:r>
              <a:rPr lang="en-US" sz="2400" b="1" dirty="0">
                <a:solidFill>
                  <a:srgbClr val="002060"/>
                </a:solidFill>
                <a:latin typeface="Arial" panose="020B0604020202020204" pitchFamily="34" charset="0"/>
                <a:cs typeface="Arial" panose="020B0604020202020204" pitchFamily="34" charset="0"/>
              </a:rPr>
              <a:t>TF-IDF Vectorization</a:t>
            </a:r>
          </a:p>
          <a:p>
            <a:pPr algn="l"/>
            <a:r>
              <a:rPr lang="en-US" sz="2400" dirty="0">
                <a:solidFill>
                  <a:srgbClr val="002060"/>
                </a:solidFill>
                <a:latin typeface="Arial" panose="020B0604020202020204" pitchFamily="34" charset="0"/>
                <a:cs typeface="Arial" panose="020B0604020202020204" pitchFamily="34" charset="0"/>
              </a:rPr>
              <a:t>Explain:</a:t>
            </a:r>
          </a:p>
          <a:p>
            <a:pPr algn="l"/>
            <a:r>
              <a:rPr lang="en-US" sz="2400" dirty="0">
                <a:solidFill>
                  <a:srgbClr val="002060"/>
                </a:solidFill>
                <a:latin typeface="Arial" panose="020B0604020202020204" pitchFamily="34" charset="0"/>
                <a:cs typeface="Arial" panose="020B0604020202020204" pitchFamily="34" charset="0"/>
              </a:rPr>
              <a:t>Convert text into numbers. </a:t>
            </a:r>
          </a:p>
          <a:p>
            <a:pPr algn="l"/>
            <a:r>
              <a:rPr lang="en-US" sz="2400" dirty="0">
                <a:solidFill>
                  <a:srgbClr val="002060"/>
                </a:solidFill>
                <a:latin typeface="Arial" panose="020B0604020202020204" pitchFamily="34" charset="0"/>
                <a:cs typeface="Arial" panose="020B0604020202020204" pitchFamily="34" charset="0"/>
              </a:rPr>
              <a:t>Machine Learning cannot understand text directly. </a:t>
            </a:r>
          </a:p>
          <a:p>
            <a:pPr algn="l"/>
            <a:r>
              <a:rPr lang="en-US" sz="2400" dirty="0">
                <a:solidFill>
                  <a:srgbClr val="002060"/>
                </a:solidFill>
                <a:latin typeface="Arial" panose="020B0604020202020204" pitchFamily="34" charset="0"/>
                <a:cs typeface="Arial" panose="020B0604020202020204" pitchFamily="34" charset="0"/>
              </a:rPr>
              <a:t>TF-IDF gives importance to meaningful words.</a:t>
            </a:r>
          </a:p>
          <a:p>
            <a:pPr algn="l"/>
            <a:endParaRPr lang="en-US" sz="2400" dirty="0">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479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522CE942-CBEB-92ED-8940-7BD57BD3D3D6}"/>
              </a:ext>
            </a:extLst>
          </p:cNvPr>
          <p:cNvGraphicFramePr/>
          <p:nvPr>
            <p:extLst>
              <p:ext uri="{D42A27DB-BD31-4B8C-83A1-F6EECF244321}">
                <p14:modId xmlns:p14="http://schemas.microsoft.com/office/powerpoint/2010/main" val="3813507873"/>
              </p:ext>
            </p:extLst>
          </p:nvPr>
        </p:nvGraphicFramePr>
        <p:xfrm>
          <a:off x="3052417" y="1035990"/>
          <a:ext cx="7549322"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A4DB3C4B-B35F-0ED9-BA28-233EA3F9C862}"/>
              </a:ext>
            </a:extLst>
          </p:cNvPr>
          <p:cNvSpPr txBox="1"/>
          <p:nvPr/>
        </p:nvSpPr>
        <p:spPr>
          <a:xfrm>
            <a:off x="1868557" y="244317"/>
            <a:ext cx="6096000" cy="523220"/>
          </a:xfrm>
          <a:prstGeom prst="rect">
            <a:avLst/>
          </a:prstGeom>
          <a:noFill/>
        </p:spPr>
        <p:txBody>
          <a:bodyPr wrap="square">
            <a:spAutoFit/>
          </a:bodyPr>
          <a:lstStyle/>
          <a:p>
            <a:pPr algn="l"/>
            <a:r>
              <a:rPr lang="en-US" sz="2800" b="1" dirty="0">
                <a:solidFill>
                  <a:srgbClr val="002060"/>
                </a:solidFill>
                <a:latin typeface="Arial" panose="020B0604020202020204" pitchFamily="34" charset="0"/>
                <a:cs typeface="Arial" panose="020B0604020202020204" pitchFamily="34" charset="0"/>
              </a:rPr>
              <a:t>TF-IDF Vectorization</a:t>
            </a:r>
          </a:p>
        </p:txBody>
      </p:sp>
    </p:spTree>
    <p:extLst>
      <p:ext uri="{BB962C8B-B14F-4D97-AF65-F5344CB8AC3E}">
        <p14:creationId xmlns:p14="http://schemas.microsoft.com/office/powerpoint/2010/main" val="2979723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252D1-567C-B3AB-7AEB-00DC8D713C24}"/>
              </a:ext>
            </a:extLst>
          </p:cNvPr>
          <p:cNvSpPr>
            <a:spLocks noGrp="1"/>
          </p:cNvSpPr>
          <p:nvPr>
            <p:ph type="title"/>
          </p:nvPr>
        </p:nvSpPr>
        <p:spPr>
          <a:xfrm>
            <a:off x="1537252" y="914399"/>
            <a:ext cx="4558748" cy="736019"/>
          </a:xfrm>
        </p:spPr>
        <p:txBody>
          <a:bodyPr>
            <a:normAutofit/>
          </a:bodyPr>
          <a:lstStyle/>
          <a:p>
            <a:r>
              <a:rPr lang="en-US" dirty="0">
                <a:solidFill>
                  <a:srgbClr val="002060"/>
                </a:solidFill>
                <a:latin typeface="Arial" panose="020B0604020202020204" pitchFamily="34" charset="0"/>
                <a:cs typeface="Arial" panose="020B0604020202020204" pitchFamily="34" charset="0"/>
              </a:rPr>
              <a:t>Model Evaluation:-</a:t>
            </a:r>
          </a:p>
        </p:txBody>
      </p:sp>
      <p:sp>
        <p:nvSpPr>
          <p:cNvPr id="3" name="Text Placeholder 2">
            <a:extLst>
              <a:ext uri="{FF2B5EF4-FFF2-40B4-BE49-F238E27FC236}">
                <a16:creationId xmlns:a16="http://schemas.microsoft.com/office/drawing/2014/main" id="{09D6F38C-FCE2-B1F2-2131-B776F00611C2}"/>
              </a:ext>
            </a:extLst>
          </p:cNvPr>
          <p:cNvSpPr>
            <a:spLocks noGrp="1"/>
          </p:cNvSpPr>
          <p:nvPr>
            <p:ph type="body" idx="1"/>
          </p:nvPr>
        </p:nvSpPr>
        <p:spPr>
          <a:xfrm>
            <a:off x="1869913" y="2014331"/>
            <a:ext cx="8930748" cy="3339548"/>
          </a:xfrm>
        </p:spPr>
        <p:txBody>
          <a:bodyPr>
            <a:normAutofit/>
          </a:bodyPr>
          <a:lstStyle/>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Accuracy</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 Precision </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Recall</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 F1 Score</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Confusion Matrix screenshot</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 Classification Report screenshot</a:t>
            </a:r>
          </a:p>
        </p:txBody>
      </p:sp>
    </p:spTree>
    <p:extLst>
      <p:ext uri="{BB962C8B-B14F-4D97-AF65-F5344CB8AC3E}">
        <p14:creationId xmlns:p14="http://schemas.microsoft.com/office/powerpoint/2010/main" val="1682246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46E1FDF-5E18-02C4-7DFF-BC03A32A74A7}"/>
              </a:ext>
            </a:extLst>
          </p:cNvPr>
          <p:cNvGraphicFramePr/>
          <p:nvPr>
            <p:extLst>
              <p:ext uri="{D42A27DB-BD31-4B8C-83A1-F6EECF244321}">
                <p14:modId xmlns:p14="http://schemas.microsoft.com/office/powerpoint/2010/main" val="607781239"/>
              </p:ext>
            </p:extLst>
          </p:nvPr>
        </p:nvGraphicFramePr>
        <p:xfrm>
          <a:off x="1395894" y="2507973"/>
          <a:ext cx="10292523" cy="1842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A8AA279D-AA53-1F53-19A9-16DDAAC75E83}"/>
              </a:ext>
            </a:extLst>
          </p:cNvPr>
          <p:cNvSpPr txBox="1"/>
          <p:nvPr/>
        </p:nvSpPr>
        <p:spPr>
          <a:xfrm>
            <a:off x="1842052" y="1021282"/>
            <a:ext cx="6096000" cy="584775"/>
          </a:xfrm>
          <a:prstGeom prst="rect">
            <a:avLst/>
          </a:prstGeom>
          <a:noFill/>
        </p:spPr>
        <p:txBody>
          <a:bodyPr wrap="square">
            <a:spAutoFit/>
          </a:bodyPr>
          <a:lstStyle/>
          <a:p>
            <a:r>
              <a:rPr lang="en-US" sz="3200" b="1" dirty="0">
                <a:solidFill>
                  <a:srgbClr val="002060"/>
                </a:solidFill>
                <a:latin typeface="Arial" panose="020B0604020202020204" pitchFamily="34" charset="0"/>
                <a:cs typeface="Arial" panose="020B0604020202020204" pitchFamily="34" charset="0"/>
              </a:rPr>
              <a:t>Deployment Architecture :-</a:t>
            </a:r>
          </a:p>
        </p:txBody>
      </p:sp>
    </p:spTree>
    <p:extLst>
      <p:ext uri="{BB962C8B-B14F-4D97-AF65-F5344CB8AC3E}">
        <p14:creationId xmlns:p14="http://schemas.microsoft.com/office/powerpoint/2010/main" val="3020881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C1779-3F67-534E-A099-06B93E469675}"/>
              </a:ext>
            </a:extLst>
          </p:cNvPr>
          <p:cNvSpPr>
            <a:spLocks noGrp="1"/>
          </p:cNvSpPr>
          <p:nvPr>
            <p:ph type="title"/>
          </p:nvPr>
        </p:nvSpPr>
        <p:spPr>
          <a:xfrm>
            <a:off x="1188889" y="647113"/>
            <a:ext cx="7730027" cy="900333"/>
          </a:xfrm>
        </p:spPr>
        <p:txBody>
          <a:bodyPr/>
          <a:lstStyle/>
          <a:p>
            <a:r>
              <a:rPr lang="en-US" b="1" dirty="0">
                <a:solidFill>
                  <a:srgbClr val="002060"/>
                </a:solidFill>
                <a:latin typeface="Arial" panose="020B0604020202020204" pitchFamily="34" charset="0"/>
                <a:cs typeface="Arial" panose="020B0604020202020204" pitchFamily="34" charset="0"/>
              </a:rPr>
              <a:t>Disaster Tweet Classifier :-</a:t>
            </a:r>
          </a:p>
        </p:txBody>
      </p:sp>
      <p:pic>
        <p:nvPicPr>
          <p:cNvPr id="5" name="Content Placeholder 4">
            <a:extLst>
              <a:ext uri="{FF2B5EF4-FFF2-40B4-BE49-F238E27FC236}">
                <a16:creationId xmlns:a16="http://schemas.microsoft.com/office/drawing/2014/main" id="{5B035AA4-6354-1334-E122-C3F8262E63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1386" r="1438" b="6063"/>
          <a:stretch>
            <a:fillRect/>
          </a:stretch>
        </p:blipFill>
        <p:spPr>
          <a:xfrm>
            <a:off x="3715245" y="2082018"/>
            <a:ext cx="7524841" cy="4346917"/>
          </a:xfrm>
          <a:prstGeom prst="rect">
            <a:avLst/>
          </a:prstGeom>
        </p:spPr>
      </p:pic>
    </p:spTree>
    <p:extLst>
      <p:ext uri="{BB962C8B-B14F-4D97-AF65-F5344CB8AC3E}">
        <p14:creationId xmlns:p14="http://schemas.microsoft.com/office/powerpoint/2010/main" val="3481537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A354F-A3A9-1D9C-4BFA-6DE15C3E6716}"/>
              </a:ext>
            </a:extLst>
          </p:cNvPr>
          <p:cNvSpPr>
            <a:spLocks noGrp="1"/>
          </p:cNvSpPr>
          <p:nvPr>
            <p:ph type="title"/>
          </p:nvPr>
        </p:nvSpPr>
        <p:spPr>
          <a:xfrm>
            <a:off x="1310055" y="1586131"/>
            <a:ext cx="3837678" cy="580292"/>
          </a:xfrm>
        </p:spPr>
        <p:txBody>
          <a:bodyPr>
            <a:noAutofit/>
          </a:bodyPr>
          <a:lstStyle/>
          <a:p>
            <a:r>
              <a:rPr lang="en-US" sz="3600" b="1" dirty="0">
                <a:solidFill>
                  <a:srgbClr val="002060"/>
                </a:solidFill>
                <a:latin typeface="Arial" panose="020B0604020202020204" pitchFamily="34" charset="0"/>
                <a:cs typeface="Arial" panose="020B0604020202020204" pitchFamily="34" charset="0"/>
              </a:rPr>
              <a:t>Prediction</a:t>
            </a:r>
            <a:r>
              <a:rPr lang="en-US" sz="3600" b="1" dirty="0">
                <a:latin typeface="Arial" panose="020B0604020202020204" pitchFamily="34" charset="0"/>
                <a:cs typeface="Arial" panose="020B0604020202020204" pitchFamily="34" charset="0"/>
              </a:rPr>
              <a:t> </a:t>
            </a:r>
            <a:r>
              <a:rPr lang="en-US" sz="3600" b="1" dirty="0">
                <a:solidFill>
                  <a:srgbClr val="002060"/>
                </a:solidFill>
                <a:latin typeface="Arial" panose="020B0604020202020204" pitchFamily="34" charset="0"/>
                <a:cs typeface="Arial" panose="020B0604020202020204" pitchFamily="34" charset="0"/>
              </a:rPr>
              <a:t>Demo</a:t>
            </a:r>
          </a:p>
        </p:txBody>
      </p:sp>
      <p:pic>
        <p:nvPicPr>
          <p:cNvPr id="6" name="Content Placeholder 5">
            <a:extLst>
              <a:ext uri="{FF2B5EF4-FFF2-40B4-BE49-F238E27FC236}">
                <a16:creationId xmlns:a16="http://schemas.microsoft.com/office/drawing/2014/main" id="{23C5EBC8-7860-B7F7-696A-FBF1BDE0519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258" r="1283" b="6834"/>
          <a:stretch>
            <a:fillRect/>
          </a:stretch>
        </p:blipFill>
        <p:spPr>
          <a:xfrm>
            <a:off x="5262563" y="914400"/>
            <a:ext cx="6779382" cy="4164037"/>
          </a:xfrm>
          <a:prstGeom prst="rect">
            <a:avLst/>
          </a:prstGeom>
        </p:spPr>
      </p:pic>
      <p:sp>
        <p:nvSpPr>
          <p:cNvPr id="4" name="Text Placeholder 3">
            <a:extLst>
              <a:ext uri="{FF2B5EF4-FFF2-40B4-BE49-F238E27FC236}">
                <a16:creationId xmlns:a16="http://schemas.microsoft.com/office/drawing/2014/main" id="{53F1AB11-0D40-3046-F8F3-B31DC93A60C9}"/>
              </a:ext>
            </a:extLst>
          </p:cNvPr>
          <p:cNvSpPr>
            <a:spLocks noGrp="1"/>
          </p:cNvSpPr>
          <p:nvPr>
            <p:ph type="body" sz="half" idx="2"/>
          </p:nvPr>
        </p:nvSpPr>
        <p:spPr>
          <a:xfrm>
            <a:off x="1196633" y="2150598"/>
            <a:ext cx="4064521" cy="1691640"/>
          </a:xfrm>
        </p:spPr>
        <p:txBody>
          <a:bodyPr>
            <a:normAutofit/>
          </a:bodyPr>
          <a:lstStyle/>
          <a:p>
            <a:pPr algn="l"/>
            <a:r>
              <a:rPr lang="en-US" sz="2400" dirty="0">
                <a:solidFill>
                  <a:srgbClr val="002060"/>
                </a:solidFill>
                <a:latin typeface="Arial" panose="020B0604020202020204" pitchFamily="34" charset="0"/>
                <a:cs typeface="Arial" panose="020B0604020202020204" pitchFamily="34" charset="0"/>
              </a:rPr>
              <a:t> Disaster Tweet :-</a:t>
            </a:r>
          </a:p>
        </p:txBody>
      </p:sp>
    </p:spTree>
    <p:extLst>
      <p:ext uri="{BB962C8B-B14F-4D97-AF65-F5344CB8AC3E}">
        <p14:creationId xmlns:p14="http://schemas.microsoft.com/office/powerpoint/2010/main" val="242312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132C2-2701-6C3A-C9B5-48418F23BC29}"/>
              </a:ext>
            </a:extLst>
          </p:cNvPr>
          <p:cNvSpPr>
            <a:spLocks noGrp="1"/>
          </p:cNvSpPr>
          <p:nvPr>
            <p:ph type="title"/>
          </p:nvPr>
        </p:nvSpPr>
        <p:spPr>
          <a:xfrm>
            <a:off x="1206194" y="708991"/>
            <a:ext cx="3549121" cy="638703"/>
          </a:xfrm>
        </p:spPr>
        <p:txBody>
          <a:bodyPr>
            <a:normAutofit/>
          </a:bodyPr>
          <a:lstStyle/>
          <a:p>
            <a:r>
              <a:rPr lang="en-US" sz="2800" b="1" dirty="0">
                <a:solidFill>
                  <a:srgbClr val="002060"/>
                </a:solidFill>
                <a:latin typeface="Arial" panose="020B0604020202020204" pitchFamily="34" charset="0"/>
                <a:cs typeface="Arial" panose="020B0604020202020204" pitchFamily="34" charset="0"/>
              </a:rPr>
              <a:t>Non-Disaster :- </a:t>
            </a:r>
          </a:p>
        </p:txBody>
      </p:sp>
      <p:pic>
        <p:nvPicPr>
          <p:cNvPr id="6" name="Content Placeholder 5">
            <a:extLst>
              <a:ext uri="{FF2B5EF4-FFF2-40B4-BE49-F238E27FC236}">
                <a16:creationId xmlns:a16="http://schemas.microsoft.com/office/drawing/2014/main" id="{C18B32BF-45EF-D216-11EC-FD74B48B9DA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5886"/>
          <a:stretch>
            <a:fillRect/>
          </a:stretch>
        </p:blipFill>
        <p:spPr>
          <a:xfrm>
            <a:off x="4079631" y="1487658"/>
            <a:ext cx="7620342" cy="4661351"/>
          </a:xfrm>
          <a:prstGeom prst="rect">
            <a:avLst/>
          </a:prstGeom>
        </p:spPr>
      </p:pic>
      <p:sp>
        <p:nvSpPr>
          <p:cNvPr id="4" name="Text Placeholder 3">
            <a:extLst>
              <a:ext uri="{FF2B5EF4-FFF2-40B4-BE49-F238E27FC236}">
                <a16:creationId xmlns:a16="http://schemas.microsoft.com/office/drawing/2014/main" id="{962150CA-8B6E-3C59-FADF-DF7B479B5F62}"/>
              </a:ext>
            </a:extLst>
          </p:cNvPr>
          <p:cNvSpPr>
            <a:spLocks noGrp="1"/>
          </p:cNvSpPr>
          <p:nvPr>
            <p:ph type="body" sz="half" idx="2"/>
          </p:nvPr>
        </p:nvSpPr>
        <p:spPr>
          <a:xfrm>
            <a:off x="887964" y="2903933"/>
            <a:ext cx="3549121" cy="1828800"/>
          </a:xfrm>
        </p:spPr>
        <p:txBody>
          <a:bodyPr/>
          <a:lstStyle/>
          <a:p>
            <a:endParaRPr lang="en-US" dirty="0"/>
          </a:p>
        </p:txBody>
      </p:sp>
    </p:spTree>
    <p:extLst>
      <p:ext uri="{BB962C8B-B14F-4D97-AF65-F5344CB8AC3E}">
        <p14:creationId xmlns:p14="http://schemas.microsoft.com/office/powerpoint/2010/main" val="126410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854CB-55F7-F894-19EB-0FD2C4191E18}"/>
              </a:ext>
            </a:extLst>
          </p:cNvPr>
          <p:cNvSpPr>
            <a:spLocks noGrp="1"/>
          </p:cNvSpPr>
          <p:nvPr>
            <p:ph type="title"/>
          </p:nvPr>
        </p:nvSpPr>
        <p:spPr>
          <a:xfrm>
            <a:off x="2373495" y="564180"/>
            <a:ext cx="6054887" cy="860401"/>
          </a:xfrm>
        </p:spPr>
        <p:txBody>
          <a:bodyPr/>
          <a:lstStyle/>
          <a:p>
            <a:pPr algn="l"/>
            <a:r>
              <a:rPr lang="en-US" b="1" dirty="0">
                <a:solidFill>
                  <a:srgbClr val="002060"/>
                </a:solidFill>
                <a:latin typeface="Arial" panose="020B0604020202020204" pitchFamily="34" charset="0"/>
                <a:cs typeface="Arial" panose="020B0604020202020204" pitchFamily="34" charset="0"/>
              </a:rPr>
              <a:t>Streamlit Deployment :-</a:t>
            </a:r>
          </a:p>
        </p:txBody>
      </p:sp>
      <p:sp>
        <p:nvSpPr>
          <p:cNvPr id="3" name="Text Placeholder 2">
            <a:extLst>
              <a:ext uri="{FF2B5EF4-FFF2-40B4-BE49-F238E27FC236}">
                <a16:creationId xmlns:a16="http://schemas.microsoft.com/office/drawing/2014/main" id="{BD39EF1F-7470-5790-1C45-A2BF65C21E6A}"/>
              </a:ext>
            </a:extLst>
          </p:cNvPr>
          <p:cNvSpPr>
            <a:spLocks noGrp="1"/>
          </p:cNvSpPr>
          <p:nvPr>
            <p:ph type="body" idx="1"/>
          </p:nvPr>
        </p:nvSpPr>
        <p:spPr>
          <a:xfrm>
            <a:off x="2373496" y="1930343"/>
            <a:ext cx="8930748" cy="2997313"/>
          </a:xfrm>
        </p:spPr>
        <p:txBody>
          <a:bodyPr>
            <a:noAutofit/>
          </a:bodyPr>
          <a:lstStyle/>
          <a:p>
            <a:pPr algn="l"/>
            <a:r>
              <a:rPr lang="en-US" sz="2400" dirty="0">
                <a:solidFill>
                  <a:srgbClr val="002060"/>
                </a:solidFill>
              </a:rPr>
              <a:t>Since you mentioned Streamlit, explain it briefly.</a:t>
            </a:r>
          </a:p>
          <a:p>
            <a:pPr algn="l"/>
            <a:r>
              <a:rPr lang="en-US" sz="2400" dirty="0">
                <a:solidFill>
                  <a:srgbClr val="002060"/>
                </a:solidFill>
              </a:rPr>
              <a:t>Include:</a:t>
            </a:r>
          </a:p>
          <a:p>
            <a:pPr marL="342900" indent="-342900" algn="l">
              <a:buFont typeface="Arial" panose="020B0604020202020204" pitchFamily="34" charset="0"/>
              <a:buChar char="•"/>
            </a:pPr>
            <a:r>
              <a:rPr lang="en-US" sz="2400" dirty="0">
                <a:solidFill>
                  <a:srgbClr val="002060"/>
                </a:solidFill>
              </a:rPr>
              <a:t>Streamlit Dashboard screenshot (if you have one). </a:t>
            </a:r>
          </a:p>
          <a:p>
            <a:pPr marL="342900" indent="-342900" algn="l">
              <a:buFont typeface="Arial" panose="020B0604020202020204" pitchFamily="34" charset="0"/>
              <a:buChar char="•"/>
            </a:pPr>
            <a:r>
              <a:rPr lang="en-US" sz="2400" dirty="0">
                <a:solidFill>
                  <a:srgbClr val="002060"/>
                </a:solidFill>
              </a:rPr>
              <a:t>Why Streamlit is useful: </a:t>
            </a:r>
          </a:p>
          <a:p>
            <a:pPr marL="800100" lvl="1" indent="-342900">
              <a:buFont typeface="Wingdings" panose="05000000000000000000" pitchFamily="2" charset="2"/>
              <a:buChar char="§"/>
            </a:pPr>
            <a:r>
              <a:rPr lang="en-US" sz="2400" dirty="0">
                <a:solidFill>
                  <a:srgbClr val="002060"/>
                </a:solidFill>
              </a:rPr>
              <a:t>Easy deployment </a:t>
            </a:r>
          </a:p>
          <a:p>
            <a:pPr marL="800100" lvl="1" indent="-342900">
              <a:buFont typeface="Wingdings" panose="05000000000000000000" pitchFamily="2" charset="2"/>
              <a:buChar char="§"/>
            </a:pPr>
            <a:r>
              <a:rPr lang="en-US" sz="2400" dirty="0">
                <a:solidFill>
                  <a:srgbClr val="002060"/>
                </a:solidFill>
              </a:rPr>
              <a:t>Interactive UI </a:t>
            </a:r>
          </a:p>
          <a:p>
            <a:pPr marL="800100" lvl="1" indent="-342900">
              <a:buFont typeface="Wingdings" panose="05000000000000000000" pitchFamily="2" charset="2"/>
              <a:buChar char="§"/>
            </a:pPr>
            <a:r>
              <a:rPr lang="en-US" sz="2400" dirty="0">
                <a:solidFill>
                  <a:srgbClr val="002060"/>
                </a:solidFill>
              </a:rPr>
              <a:t>Shareable web app </a:t>
            </a:r>
          </a:p>
          <a:p>
            <a:pPr algn="l"/>
            <a:r>
              <a:rPr lang="en-US" sz="2400" dirty="0">
                <a:solidFill>
                  <a:srgbClr val="002060"/>
                </a:solidFill>
              </a:rPr>
              <a:t>If your final deployment is Flask only, you can instead title this slide </a:t>
            </a:r>
            <a:r>
              <a:rPr lang="en-US" sz="2400" b="1" dirty="0">
                <a:solidFill>
                  <a:srgbClr val="002060"/>
                </a:solidFill>
              </a:rPr>
              <a:t>Deployment Options</a:t>
            </a:r>
            <a:r>
              <a:rPr lang="en-US" sz="2400" dirty="0">
                <a:solidFill>
                  <a:srgbClr val="002060"/>
                </a:solidFill>
              </a:rPr>
              <a:t> and mention that Streamlit is an alternative.</a:t>
            </a:r>
          </a:p>
          <a:p>
            <a:pPr algn="l"/>
            <a:endParaRPr lang="en-US" sz="2400" dirty="0">
              <a:solidFill>
                <a:srgbClr val="002060"/>
              </a:solidFill>
            </a:endParaRPr>
          </a:p>
        </p:txBody>
      </p:sp>
    </p:spTree>
    <p:extLst>
      <p:ext uri="{BB962C8B-B14F-4D97-AF65-F5344CB8AC3E}">
        <p14:creationId xmlns:p14="http://schemas.microsoft.com/office/powerpoint/2010/main" val="2463504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B0B1-8D7E-AAC7-1D4D-92E666F14E6B}"/>
              </a:ext>
            </a:extLst>
          </p:cNvPr>
          <p:cNvSpPr>
            <a:spLocks noGrp="1"/>
          </p:cNvSpPr>
          <p:nvPr>
            <p:ph type="title"/>
          </p:nvPr>
        </p:nvSpPr>
        <p:spPr>
          <a:xfrm>
            <a:off x="2279373" y="611609"/>
            <a:ext cx="3617983" cy="860401"/>
          </a:xfrm>
        </p:spPr>
        <p:txBody>
          <a:bodyPr/>
          <a:lstStyle/>
          <a:p>
            <a:r>
              <a:rPr lang="en-US" b="1" dirty="0">
                <a:solidFill>
                  <a:srgbClr val="002060"/>
                </a:solidFill>
                <a:latin typeface="Arial" panose="020B0604020202020204" pitchFamily="34" charset="0"/>
                <a:cs typeface="Arial" panose="020B0604020202020204" pitchFamily="34" charset="0"/>
              </a:rPr>
              <a:t>Conclusion:-</a:t>
            </a:r>
          </a:p>
        </p:txBody>
      </p:sp>
      <p:sp>
        <p:nvSpPr>
          <p:cNvPr id="3" name="Text Placeholder 2">
            <a:extLst>
              <a:ext uri="{FF2B5EF4-FFF2-40B4-BE49-F238E27FC236}">
                <a16:creationId xmlns:a16="http://schemas.microsoft.com/office/drawing/2014/main" id="{F8B8867D-99EC-A849-2DEF-44D289289F78}"/>
              </a:ext>
            </a:extLst>
          </p:cNvPr>
          <p:cNvSpPr>
            <a:spLocks noGrp="1"/>
          </p:cNvSpPr>
          <p:nvPr>
            <p:ph type="body" idx="1"/>
          </p:nvPr>
        </p:nvSpPr>
        <p:spPr>
          <a:xfrm>
            <a:off x="2678294" y="1948579"/>
            <a:ext cx="8930748" cy="3411416"/>
          </a:xfrm>
        </p:spPr>
        <p:txBody>
          <a:bodyPr>
            <a:normAutofit/>
          </a:bodyPr>
          <a:lstStyle/>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NLP successfully classifies tweets. </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Machine Learning improves disaster response. </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Web deployment makes the model easy to use.</a:t>
            </a:r>
          </a:p>
          <a:p>
            <a:pPr marL="342900" indent="-342900" algn="l">
              <a:buFont typeface="Arial" panose="020B0604020202020204" pitchFamily="34" charset="0"/>
              <a:buChar char="•"/>
            </a:pPr>
            <a:r>
              <a:rPr lang="en-US" sz="2400" dirty="0">
                <a:solidFill>
                  <a:srgbClr val="002060"/>
                </a:solidFill>
                <a:latin typeface="Arial" panose="020B0604020202020204" pitchFamily="34" charset="0"/>
                <a:cs typeface="Arial" panose="020B0604020202020204" pitchFamily="34" charset="0"/>
              </a:rPr>
              <a:t> Future improvements can increase accuracy.</a:t>
            </a:r>
          </a:p>
        </p:txBody>
      </p:sp>
    </p:spTree>
    <p:extLst>
      <p:ext uri="{BB962C8B-B14F-4D97-AF65-F5344CB8AC3E}">
        <p14:creationId xmlns:p14="http://schemas.microsoft.com/office/powerpoint/2010/main" val="2066453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1E14A-5417-F5F0-7E4E-B95CC41899C4}"/>
              </a:ext>
            </a:extLst>
          </p:cNvPr>
          <p:cNvSpPr>
            <a:spLocks noGrp="1"/>
          </p:cNvSpPr>
          <p:nvPr>
            <p:ph type="ctrTitle"/>
          </p:nvPr>
        </p:nvSpPr>
        <p:spPr>
          <a:xfrm>
            <a:off x="4452729" y="2170410"/>
            <a:ext cx="4479371" cy="1388534"/>
          </a:xfrm>
        </p:spPr>
        <p:txBody>
          <a:bodyPr>
            <a:normAutofit/>
          </a:bodyPr>
          <a:lstStyle/>
          <a:p>
            <a:pPr algn="ctr"/>
            <a:r>
              <a:rPr lang="en-US" sz="44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6688939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239</TotalTime>
  <Words>344</Words>
  <Application>Microsoft Office PowerPoint</Application>
  <PresentationFormat>Widescreen</PresentationFormat>
  <Paragraphs>72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Narrow</vt:lpstr>
      <vt:lpstr>Corbel</vt:lpstr>
      <vt:lpstr>Wingdings</vt:lpstr>
      <vt:lpstr>Parallax</vt:lpstr>
      <vt:lpstr>Disaster Tweet Classification Using  Machine Learning &amp; NLP</vt:lpstr>
      <vt:lpstr>INTODUCTION :-</vt:lpstr>
      <vt:lpstr>Problem Statement :-</vt:lpstr>
      <vt:lpstr>Word Frequency Analysis :-</vt:lpstr>
      <vt:lpstr>Exploratory Data Analysis (EDA) :-</vt:lpstr>
      <vt:lpstr>Feature Extraction :-</vt:lpstr>
      <vt:lpstr>PowerPoint Presentation</vt:lpstr>
      <vt:lpstr>Model Evaluation:-</vt:lpstr>
      <vt:lpstr>PowerPoint Presentation</vt:lpstr>
      <vt:lpstr>Disaster Tweet Classifier :-</vt:lpstr>
      <vt:lpstr>Prediction Demo</vt:lpstr>
      <vt:lpstr>Non-Disaster :- </vt:lpstr>
      <vt:lpstr>Streamlit Deployment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babar</dc:creator>
  <cp:lastModifiedBy>ankita babar</cp:lastModifiedBy>
  <cp:revision>1</cp:revision>
  <dcterms:created xsi:type="dcterms:W3CDTF">2026-07-14T04:21:18Z</dcterms:created>
  <dcterms:modified xsi:type="dcterms:W3CDTF">2026-07-14T10:27:08Z</dcterms:modified>
</cp:coreProperties>
</file>